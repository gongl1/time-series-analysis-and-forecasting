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 id="2147483683" r:id="rId2"/>
  </p:sldMasterIdLst>
  <p:notesMasterIdLst>
    <p:notesMasterId r:id="rId4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Lst>
  <p:sldSz cx="9144000" cy="5143500" type="screen16x9"/>
  <p:notesSz cx="6858000" cy="9144000"/>
  <p:embeddedFontLst>
    <p:embeddedFont>
      <p:font typeface="Garamond" panose="02020404030301010803" pitchFamily="18" charset="0"/>
      <p:regular r:id="rId48"/>
      <p:bold r:id="rId49"/>
      <p:italic r:id="rId50"/>
      <p:boldItalic r:id="rId51"/>
    </p:embeddedFont>
    <p:embeddedFont>
      <p:font typeface="Helvetica Neue" panose="020B0604020202020204" charset="0"/>
      <p:regular r:id="rId52"/>
      <p:bold r:id="rId53"/>
      <p:italic r:id="rId54"/>
      <p:boldItalic r:id="rId55"/>
    </p:embeddedFont>
    <p:embeddedFont>
      <p:font typeface="Roboto Mono" panose="00000009000000000000" pitchFamily="49"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6EB7E80-FB27-40CE-B5CC-A55B40EFBAA0}">
  <a:tblStyle styleId="{B6EB7E80-FB27-40CE-B5CC-A55B40EFBA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408" autoAdjust="0"/>
  </p:normalViewPr>
  <p:slideViewPr>
    <p:cSldViewPr snapToGrid="0">
      <p:cViewPr>
        <p:scale>
          <a:sx n="100" d="100"/>
          <a:sy n="100" d="100"/>
        </p:scale>
        <p:origin x="950" y="-9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6.fntdata"/><Relationship Id="rId58" Type="http://schemas.openxmlformats.org/officeDocument/2006/relationships/font" Target="fonts/font11.fntdata"/><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1.fntdata"/><Relationship Id="rId56" Type="http://schemas.openxmlformats.org/officeDocument/2006/relationships/font" Target="fonts/font9.fntdata"/><Relationship Id="rId8" Type="http://schemas.openxmlformats.org/officeDocument/2006/relationships/slide" Target="slides/slide6.xml"/><Relationship Id="rId51" Type="http://schemas.openxmlformats.org/officeDocument/2006/relationships/font" Target="fonts/font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7.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5.fntdata"/><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3b76ab28ed_10_25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g33b76ab28ed_10_2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3b76ab28ed_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3b76ab28ed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3b76ab28ed_10_26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g33b76ab28ed_10_2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3b76ab28ed_10_279: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1. Time Series Decomposition </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Each company has a </a:t>
            </a:r>
            <a:r>
              <a:rPr lang="en" b="1">
                <a:solidFill>
                  <a:schemeClr val="dk1"/>
                </a:solidFill>
              </a:rPr>
              <a:t>time series decomposition plot</a:t>
            </a:r>
            <a:r>
              <a:rPr lang="en">
                <a:solidFill>
                  <a:schemeClr val="dk1"/>
                </a:solidFill>
              </a:rPr>
              <a:t>, breaking down the stock price into </a:t>
            </a:r>
            <a:r>
              <a:rPr lang="en" b="1">
                <a:solidFill>
                  <a:schemeClr val="dk1"/>
                </a:solidFill>
              </a:rPr>
              <a:t>trend, seasonality, and residual components</a:t>
            </a:r>
            <a:r>
              <a:rPr lang="en">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The trend component for all stocks shows an </a:t>
            </a:r>
            <a:r>
              <a:rPr lang="en" b="1">
                <a:solidFill>
                  <a:schemeClr val="dk1"/>
                </a:solidFill>
              </a:rPr>
              <a:t>upward trajectory</a:t>
            </a:r>
            <a:r>
              <a:rPr lang="en">
                <a:solidFill>
                  <a:schemeClr val="dk1"/>
                </a:solidFill>
              </a:rPr>
              <a:t>, but the </a:t>
            </a:r>
            <a:r>
              <a:rPr lang="en" b="1">
                <a:solidFill>
                  <a:schemeClr val="dk1"/>
                </a:solidFill>
              </a:rPr>
              <a:t>seasonality and residual components exhibit fluctuations</a:t>
            </a:r>
            <a:r>
              <a:rPr lang="en">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This suggests </a:t>
            </a:r>
            <a:r>
              <a:rPr lang="en" b="1">
                <a:solidFill>
                  <a:schemeClr val="dk1"/>
                </a:solidFill>
              </a:rPr>
              <a:t>non-stationarity</a:t>
            </a:r>
            <a:r>
              <a:rPr lang="en">
                <a:solidFill>
                  <a:schemeClr val="dk1"/>
                </a:solidFill>
              </a:rPr>
              <a:t>, meaning the time series needs transformation (e.g., differencing) before applying models like ARIMA or SARIMAX.</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2. ADF</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The </a:t>
            </a:r>
            <a:r>
              <a:rPr lang="en" b="1">
                <a:solidFill>
                  <a:schemeClr val="dk1"/>
                </a:solidFill>
              </a:rPr>
              <a:t>ADF test</a:t>
            </a:r>
            <a:r>
              <a:rPr lang="en">
                <a:solidFill>
                  <a:schemeClr val="dk1"/>
                </a:solidFill>
              </a:rPr>
              <a:t> is conducted for each stock to check for </a:t>
            </a:r>
            <a:r>
              <a:rPr lang="en" b="1">
                <a:solidFill>
                  <a:schemeClr val="dk1"/>
                </a:solidFill>
              </a:rPr>
              <a:t>stationarity</a:t>
            </a:r>
            <a:r>
              <a:rPr lang="en">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All p-values are very high (&gt;0.05)</a:t>
            </a:r>
            <a:r>
              <a:rPr lang="en">
                <a:solidFill>
                  <a:schemeClr val="dk1"/>
                </a:solidFill>
              </a:rPr>
              <a:t>, indicating that </a:t>
            </a:r>
            <a:r>
              <a:rPr lang="en" b="1">
                <a:solidFill>
                  <a:schemeClr val="dk1"/>
                </a:solidFill>
              </a:rPr>
              <a:t>none of the series are stationary</a:t>
            </a:r>
            <a:r>
              <a:rPr lang="en">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Since stationarity is an assumption for time series models, these series would require </a:t>
            </a:r>
            <a:r>
              <a:rPr lang="en" b="1">
                <a:solidFill>
                  <a:schemeClr val="dk1"/>
                </a:solidFill>
              </a:rPr>
              <a:t>differencing</a:t>
            </a:r>
            <a:r>
              <a:rPr lang="en">
                <a:solidFill>
                  <a:schemeClr val="dk1"/>
                </a:solidFill>
              </a:rPr>
              <a:t> or transformation before forecasting.</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3. Log Returns Distribution</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The </a:t>
            </a:r>
            <a:r>
              <a:rPr lang="en" b="1">
                <a:solidFill>
                  <a:schemeClr val="dk1"/>
                </a:solidFill>
              </a:rPr>
              <a:t>log return distributions</a:t>
            </a:r>
            <a:r>
              <a:rPr lang="en">
                <a:solidFill>
                  <a:schemeClr val="dk1"/>
                </a:solidFill>
              </a:rPr>
              <a:t> for AAPL, AMZN, GOOGL, TSLA, MSFT, and META are plotted.</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The histograms show that log returns are approximately </a:t>
            </a:r>
            <a:r>
              <a:rPr lang="en" b="1">
                <a:solidFill>
                  <a:schemeClr val="dk1"/>
                </a:solidFill>
              </a:rPr>
              <a:t>normally distributed</a:t>
            </a:r>
            <a:r>
              <a:rPr lang="en">
                <a:solidFill>
                  <a:schemeClr val="dk1"/>
                </a:solidFill>
              </a:rPr>
              <a:t>, centered around zero, with some skewness and tails.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This suggests that </a:t>
            </a:r>
            <a:r>
              <a:rPr lang="en" b="1">
                <a:solidFill>
                  <a:schemeClr val="dk1"/>
                </a:solidFill>
              </a:rPr>
              <a:t>returns might be modeled using Gaussian distributions</a:t>
            </a:r>
            <a:r>
              <a:rPr lang="en">
                <a:solidFill>
                  <a:schemeClr val="dk1"/>
                </a:solidFill>
              </a:rPr>
              <a:t>, though further checks for heteroscedasticity (e.g., ARCH/GARCH models) might be necessary.</a:t>
            </a:r>
            <a:endParaRPr/>
          </a:p>
        </p:txBody>
      </p:sp>
      <p:sp>
        <p:nvSpPr>
          <p:cNvPr id="331" name="Google Shape;331;g33b76ab28ed_10_2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3b76ab28ed_10_28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b="1">
                <a:solidFill>
                  <a:schemeClr val="dk1"/>
                </a:solidFill>
              </a:rPr>
              <a:t>1. Stock Price Trends &amp; Standard Deviations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The first row contains </a:t>
            </a:r>
            <a:r>
              <a:rPr lang="en" b="1">
                <a:solidFill>
                  <a:schemeClr val="dk1"/>
                </a:solidFill>
              </a:rPr>
              <a:t>time series plots</a:t>
            </a:r>
            <a:r>
              <a:rPr lang="en">
                <a:solidFill>
                  <a:schemeClr val="dk1"/>
                </a:solidFill>
              </a:rPr>
              <a:t> showing stock price movements over time for </a:t>
            </a:r>
            <a:r>
              <a:rPr lang="en" b="1">
                <a:solidFill>
                  <a:schemeClr val="dk1"/>
                </a:solidFill>
              </a:rPr>
              <a:t>AAPL, AMZN, GOOGL, MSFT, TSLA, and META</a:t>
            </a:r>
            <a:r>
              <a:rPr lang="en">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Each plot includes a </a:t>
            </a:r>
            <a:r>
              <a:rPr lang="en" b="1">
                <a:solidFill>
                  <a:schemeClr val="dk1"/>
                </a:solidFill>
              </a:rPr>
              <a:t>rolling mean and standard deviation</a:t>
            </a:r>
            <a:r>
              <a:rPr lang="en">
                <a:solidFill>
                  <a:schemeClr val="dk1"/>
                </a:solidFill>
              </a:rPr>
              <a:t>, which helps visualize </a:t>
            </a:r>
            <a:r>
              <a:rPr lang="en" b="1">
                <a:solidFill>
                  <a:schemeClr val="dk1"/>
                </a:solidFill>
              </a:rPr>
              <a:t>long-term trends and volatility</a:t>
            </a:r>
            <a:r>
              <a:rPr lang="en">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The increasing trend suggests </a:t>
            </a:r>
            <a:r>
              <a:rPr lang="en" b="1">
                <a:solidFill>
                  <a:schemeClr val="dk1"/>
                </a:solidFill>
              </a:rPr>
              <a:t>non-stationarity</a:t>
            </a:r>
            <a:r>
              <a:rPr lang="en">
                <a:solidFill>
                  <a:schemeClr val="dk1"/>
                </a:solidFill>
              </a:rPr>
              <a:t>, meaning transformation is needed before applying time series models.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2. ACF &amp; PACF</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The second row shows </a:t>
            </a:r>
            <a:r>
              <a:rPr lang="en" b="1">
                <a:solidFill>
                  <a:schemeClr val="dk1"/>
                </a:solidFill>
              </a:rPr>
              <a:t>ACF and PACF plots</a:t>
            </a:r>
            <a:r>
              <a:rPr lang="en">
                <a:solidFill>
                  <a:schemeClr val="dk1"/>
                </a:solidFill>
              </a:rPr>
              <a:t> for multiple stocks.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These plots help identify </a:t>
            </a:r>
            <a:r>
              <a:rPr lang="en" b="1">
                <a:solidFill>
                  <a:schemeClr val="dk1"/>
                </a:solidFill>
              </a:rPr>
              <a:t>lags in the time series data</a:t>
            </a:r>
            <a:r>
              <a:rPr lang="en">
                <a:solidFill>
                  <a:schemeClr val="dk1"/>
                </a:solidFill>
              </a:rPr>
              <a:t> </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The slow decay in </a:t>
            </a:r>
            <a:r>
              <a:rPr lang="en" b="1">
                <a:solidFill>
                  <a:schemeClr val="dk1"/>
                </a:solidFill>
              </a:rPr>
              <a:t>ACF</a:t>
            </a:r>
            <a:r>
              <a:rPr lang="en">
                <a:solidFill>
                  <a:schemeClr val="dk1"/>
                </a:solidFill>
              </a:rPr>
              <a:t> and significant spikes in </a:t>
            </a:r>
            <a:r>
              <a:rPr lang="en" b="1">
                <a:solidFill>
                  <a:schemeClr val="dk1"/>
                </a:solidFill>
              </a:rPr>
              <a:t>PACF</a:t>
            </a:r>
            <a:r>
              <a:rPr lang="en">
                <a:solidFill>
                  <a:schemeClr val="dk1"/>
                </a:solidFill>
              </a:rPr>
              <a:t> further confirm </a:t>
            </a:r>
            <a:r>
              <a:rPr lang="en" b="1">
                <a:solidFill>
                  <a:schemeClr val="dk1"/>
                </a:solidFill>
              </a:rPr>
              <a:t>non-stationarity</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3. Transformations &amp; Feature Engineering </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Log Transform &amp; Differencing:</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We applied a </a:t>
            </a:r>
            <a:r>
              <a:rPr lang="en" b="1">
                <a:solidFill>
                  <a:schemeClr val="dk1"/>
                </a:solidFill>
              </a:rPr>
              <a:t>log transformation</a:t>
            </a:r>
            <a:r>
              <a:rPr lang="en">
                <a:solidFill>
                  <a:schemeClr val="dk1"/>
                </a:solidFill>
              </a:rPr>
              <a:t> to stabilize variance.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A </a:t>
            </a:r>
            <a:r>
              <a:rPr lang="en" b="1">
                <a:solidFill>
                  <a:schemeClr val="dk1"/>
                </a:solidFill>
              </a:rPr>
              <a:t>first-order difference</a:t>
            </a:r>
            <a:r>
              <a:rPr lang="en">
                <a:solidFill>
                  <a:schemeClr val="dk1"/>
                </a:solidFill>
              </a:rPr>
              <a:t> is computed to remove trends and make the series stationary.</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Augmenting Data with Market-Wide Indicators (S&amp;P 500 &amp; VIX):</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The dataset is enriched by adding the </a:t>
            </a:r>
            <a:r>
              <a:rPr lang="en" b="1">
                <a:solidFill>
                  <a:schemeClr val="dk1"/>
                </a:solidFill>
              </a:rPr>
              <a:t>S&amp;P 500 index (</a:t>
            </a:r>
            <a:r>
              <a:rPr lang="en" b="1">
                <a:solidFill>
                  <a:srgbClr val="188038"/>
                </a:solidFill>
                <a:latin typeface="Roboto Mono"/>
                <a:ea typeface="Roboto Mono"/>
                <a:cs typeface="Roboto Mono"/>
                <a:sym typeface="Roboto Mono"/>
              </a:rPr>
              <a:t>^GSPC</a:t>
            </a:r>
            <a:r>
              <a:rPr lang="en" b="1">
                <a:solidFill>
                  <a:schemeClr val="dk1"/>
                </a:solidFill>
              </a:rPr>
              <a:t>)</a:t>
            </a:r>
            <a:r>
              <a:rPr lang="en">
                <a:solidFill>
                  <a:schemeClr val="dk1"/>
                </a:solidFill>
              </a:rPr>
              <a:t> and </a:t>
            </a:r>
            <a:r>
              <a:rPr lang="en" b="1">
                <a:solidFill>
                  <a:schemeClr val="dk1"/>
                </a:solidFill>
              </a:rPr>
              <a:t>VIX (volatility index) (</a:t>
            </a:r>
            <a:r>
              <a:rPr lang="en" b="1">
                <a:solidFill>
                  <a:srgbClr val="188038"/>
                </a:solidFill>
                <a:latin typeface="Roboto Mono"/>
                <a:ea typeface="Roboto Mono"/>
                <a:cs typeface="Roboto Mono"/>
                <a:sym typeface="Roboto Mono"/>
              </a:rPr>
              <a:t>^VIX</a:t>
            </a:r>
            <a:r>
              <a:rPr lang="en" b="1">
                <a:solidFill>
                  <a:schemeClr val="dk1"/>
                </a:solidFill>
              </a:rPr>
              <a:t>)</a:t>
            </a:r>
            <a:r>
              <a:rPr lang="en">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These macroeconomic factors provide </a:t>
            </a:r>
            <a:r>
              <a:rPr lang="en" b="1">
                <a:solidFill>
                  <a:schemeClr val="dk1"/>
                </a:solidFill>
              </a:rPr>
              <a:t>broader market context</a:t>
            </a:r>
            <a:r>
              <a:rPr lang="en">
                <a:solidFill>
                  <a:schemeClr val="dk1"/>
                </a:solidFill>
              </a:rPr>
              <a:t>, helping improve model predictions.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4. Stock Price Trends Over Time </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This plot shows </a:t>
            </a:r>
            <a:r>
              <a:rPr lang="en" b="1">
                <a:solidFill>
                  <a:schemeClr val="dk1"/>
                </a:solidFill>
              </a:rPr>
              <a:t>normalized stock prices</a:t>
            </a:r>
            <a:r>
              <a:rPr lang="en">
                <a:solidFill>
                  <a:schemeClr val="dk1"/>
                </a:solidFill>
              </a:rPr>
              <a:t> for all six stocks from 2014 to 2024.</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Strong upward trends</a:t>
            </a:r>
            <a:r>
              <a:rPr lang="en">
                <a:solidFill>
                  <a:schemeClr val="dk1"/>
                </a:solidFill>
              </a:rPr>
              <a:t> confirm the presence of non-stationarity.</a:t>
            </a:r>
            <a:endParaRPr/>
          </a:p>
        </p:txBody>
      </p:sp>
      <p:sp>
        <p:nvSpPr>
          <p:cNvPr id="348" name="Google Shape;348;g33b76ab28ed_10_2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3b76ab28ed_10_29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1Raw Features (Base Features from Market Data)</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We started with fundamental stock price attributes for each ticker:</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Close</a:t>
            </a:r>
            <a:r>
              <a:rPr lang="en">
                <a:solidFill>
                  <a:schemeClr val="dk1"/>
                </a:solidFill>
              </a:rPr>
              <a:t>: The closing price of the stock.</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High</a:t>
            </a:r>
            <a:r>
              <a:rPr lang="en">
                <a:solidFill>
                  <a:schemeClr val="dk1"/>
                </a:solidFill>
              </a:rPr>
              <a:t>: The highest price reached during the trading session.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Low</a:t>
            </a:r>
            <a:r>
              <a:rPr lang="en">
                <a:solidFill>
                  <a:schemeClr val="dk1"/>
                </a:solidFill>
              </a:rPr>
              <a:t>: The lowest price reached during the trading session.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2Derived Features (Lagged &amp; Statistical Indicators)</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We created additional meaningful features to capture trends and momentum:</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Lag1</a:t>
            </a:r>
            <a:r>
              <a:rPr lang="en">
                <a:solidFill>
                  <a:schemeClr val="dk1"/>
                </a:solidFill>
              </a:rPr>
              <a:t>: Previous day's closing price (helps model short-term price momentum).</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Daily Range</a:t>
            </a:r>
            <a:r>
              <a:rPr lang="en">
                <a:solidFill>
                  <a:schemeClr val="dk1"/>
                </a:solidFill>
              </a:rPr>
              <a:t>: Difference between High and Low prices (measures daily volatility).</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SMA_7</a:t>
            </a:r>
            <a:r>
              <a:rPr lang="en">
                <a:solidFill>
                  <a:schemeClr val="dk1"/>
                </a:solidFill>
              </a:rPr>
              <a:t>: 7-day Simple Moving Average of Close (tracks short-term price trends).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RSI (Relative Strength Index, 14-day)</a:t>
            </a:r>
            <a:r>
              <a:rPr lang="en">
                <a:solidFill>
                  <a:schemeClr val="dk1"/>
                </a:solidFill>
              </a:rPr>
              <a:t>: A momentum indicator that measures </a:t>
            </a:r>
            <a:r>
              <a:rPr lang="en" b="1">
                <a:solidFill>
                  <a:schemeClr val="dk1"/>
                </a:solidFill>
              </a:rPr>
              <a:t>overbought/oversold conditions</a:t>
            </a:r>
            <a:r>
              <a:rPr lang="en">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Volatility (20-day Standard Deviation of Close)</a:t>
            </a:r>
            <a:r>
              <a:rPr lang="en">
                <a:solidFill>
                  <a:schemeClr val="dk1"/>
                </a:solidFill>
              </a:rPr>
              <a:t>: Measures market fluctuations over a 20-day window.</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3Handling Data for Backtesting</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To maintain </a:t>
            </a:r>
            <a:r>
              <a:rPr lang="en" b="1">
                <a:solidFill>
                  <a:schemeClr val="dk1"/>
                </a:solidFill>
              </a:rPr>
              <a:t>continuity</a:t>
            </a:r>
            <a:r>
              <a:rPr lang="en">
                <a:solidFill>
                  <a:schemeClr val="dk1"/>
                </a:solidFill>
              </a:rPr>
              <a:t>, backtest features were computed using the last few days of training data.</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RSI and Volatility were computed with historical values to prevent lookahead bias</a:t>
            </a:r>
            <a:r>
              <a:rPr lang="en">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4 Handling Missing Data</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Forward fill (</a:t>
            </a:r>
            <a:r>
              <a:rPr lang="en" b="1">
                <a:solidFill>
                  <a:srgbClr val="188038"/>
                </a:solidFill>
                <a:latin typeface="Roboto Mono"/>
                <a:ea typeface="Roboto Mono"/>
                <a:cs typeface="Roboto Mono"/>
                <a:sym typeface="Roboto Mono"/>
              </a:rPr>
              <a:t>ffill</a:t>
            </a:r>
            <a:r>
              <a:rPr lang="en" b="1">
                <a:solidFill>
                  <a:schemeClr val="dk1"/>
                </a:solidFill>
              </a:rPr>
              <a:t>) was used to propagate last known values</a:t>
            </a:r>
            <a:r>
              <a:rPr lang="en">
                <a:solidFill>
                  <a:schemeClr val="dk1"/>
                </a:solidFill>
              </a:rPr>
              <a:t> to avoid NaNs.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5 Feature Scaling (Normalization)</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Min-Max Scaling (0 to 1) was applied per feature per ticker</a:t>
            </a:r>
            <a:r>
              <a:rPr lang="en">
                <a:solidFill>
                  <a:schemeClr val="dk1"/>
                </a:solidFill>
              </a:rPr>
              <a:t> to standardize data for modeling.</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Separate scalers were stored for backtesting to prevent data leakage.</a:t>
            </a:r>
            <a:endParaRPr/>
          </a:p>
        </p:txBody>
      </p:sp>
      <p:sp>
        <p:nvSpPr>
          <p:cNvPr id="366" name="Google Shape;366;g33b76ab28ed_10_2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3cd5b90db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3cd5b90db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3cc0972fc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33cc0972fc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3cc0972fc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3cc0972fc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3cc0972fc2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33cc0972fc2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3cc0972fc2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3cc0972fc2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3cc0972fc2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3cc0972fc2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3cc0972fc2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33cc0972fc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33242cde00_0_3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g333242cde00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3b76ab28ed_10_33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8" name="Google Shape;438;g33b76ab28ed_10_3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3b76ab28ed_10_33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8" name="Google Shape;448;g33b76ab28ed_10_3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3c6f0dc88c_0_1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8" name="Google Shape;458;g33c6f0dc88c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33c6f0dc88c_0_3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g33c6f0dc88c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33c6f0dc88c_0_4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8" name="Google Shape;478;g33c6f0dc88c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3c6f0dc88c_0_5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8" name="Google Shape;488;g33c6f0dc88c_0_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333242cde00_0_4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8" name="Google Shape;498;g333242cde00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3bb6a2bcb5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33bb6a2bcb5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chemeClr val="dk1"/>
              </a:buClr>
              <a:buSzPts val="1200"/>
              <a:buChar char="●"/>
            </a:pPr>
            <a:r>
              <a:rPr lang="en" sz="1200" dirty="0">
                <a:solidFill>
                  <a:schemeClr val="dk1"/>
                </a:solidFill>
                <a:highlight>
                  <a:srgbClr val="FFFFFF"/>
                </a:highlight>
              </a:rPr>
              <a:t>ARCH(1): Best for one-step-ahead volatility forecasting in this test set (lowest RMSE), likely due to its simplicity and fit to noisy squared returns. </a:t>
            </a:r>
            <a:endParaRPr sz="1200" dirty="0">
              <a:solidFill>
                <a:schemeClr val="dk1"/>
              </a:solidFill>
              <a:highlight>
                <a:srgbClr val="FFFFFF"/>
              </a:highlight>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highlight>
                  <a:srgbClr val="FFFFFF"/>
                </a:highlight>
              </a:rPr>
              <a:t>GARCH(2,2): Best at capturing the overall volatility process (most normal residuals per JB Test) and dynamic patterns (smoother rolling predictions), due to its flexibility and longer memory. </a:t>
            </a:r>
            <a:endParaRPr sz="1200" dirty="0">
              <a:solidFill>
                <a:schemeClr val="dk1"/>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n" sz="1200" dirty="0">
                <a:solidFill>
                  <a:schemeClr val="dk1"/>
                </a:solidFill>
                <a:highlight>
                  <a:srgbClr val="FFFFFF"/>
                </a:highlight>
              </a:rPr>
              <a:t>The zero-mean assumption doesn’t cause the discrepancy; it’s a standard setup for financial data and affects all models the same way</a:t>
            </a:r>
            <a:endParaRPr sz="1200" dirty="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highlight>
                  <a:srgbClr val="FFFFFF"/>
                </a:highlight>
              </a:rPr>
              <a:t>In practice, model choice depends on your goal: </a:t>
            </a:r>
            <a:endParaRPr sz="1200" dirty="0">
              <a:solidFill>
                <a:schemeClr val="dk1"/>
              </a:solidFill>
              <a:highlight>
                <a:srgbClr val="FFFFFF"/>
              </a:highlight>
            </a:endParaRPr>
          </a:p>
          <a:p>
            <a:pPr marL="457200" lvl="0" indent="-304800" algn="l" rtl="0">
              <a:lnSpc>
                <a:spcPct val="115000"/>
              </a:lnSpc>
              <a:spcBef>
                <a:spcPts val="1200"/>
              </a:spcBef>
              <a:spcAft>
                <a:spcPts val="0"/>
              </a:spcAft>
              <a:buClr>
                <a:schemeClr val="dk1"/>
              </a:buClr>
              <a:buSzPts val="1200"/>
              <a:buChar char="●"/>
            </a:pPr>
            <a:r>
              <a:rPr lang="en" sz="1200" dirty="0">
                <a:solidFill>
                  <a:schemeClr val="dk1"/>
                </a:solidFill>
                <a:highlight>
                  <a:srgbClr val="FFFFFF"/>
                </a:highlight>
              </a:rPr>
              <a:t>For short-term volatility forecasts (e.g., risk management), ARCH(1) might be preferred.</a:t>
            </a:r>
            <a:endParaRPr sz="1200" dirty="0">
              <a:solidFill>
                <a:schemeClr val="dk1"/>
              </a:solidFill>
              <a:highlight>
                <a:srgbClr val="FFFFFF"/>
              </a:highlight>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highlight>
                  <a:srgbClr val="FFFFFF"/>
                </a:highlight>
              </a:rPr>
              <a:t>For understanding or simulating the full volatility process, GARCH(2,2) is better for realistic long-term forecasts.</a:t>
            </a:r>
            <a:endParaRPr sz="1200" dirty="0">
              <a:solidFill>
                <a:schemeClr val="dk1"/>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n" sz="1200" dirty="0">
                <a:solidFill>
                  <a:schemeClr val="dk1"/>
                </a:solidFill>
                <a:highlight>
                  <a:srgbClr val="FFFFFF"/>
                </a:highlight>
              </a:rPr>
              <a:t>The key here is no single model is "best" universally—performance varies by metric and context. The model choice depends on what you’re aiming for—short-term accuracy or understanding overall volatility.</a:t>
            </a:r>
            <a:endParaRPr sz="1200" dirty="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3b76ab28ed_10_34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4" name="Google Shape;514;g33b76ab28ed_10_3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3bb6a2bcb5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3" name="Google Shape;523;g33bb6a2bcb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3bb6a2bcb5_0_6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2" name="Google Shape;532;g33bb6a2bcb5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3bb6a2bcb5_0_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2" name="Google Shape;542;g33bb6a2bcb5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33bb6a2bcb5_0_1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1" name="Google Shape;551;g33bb6a2bcb5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33bb6a2bcb5_0_1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g33bb6a2bcb5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3bb6a2bcb5_0_2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9" name="Google Shape;569;g33bb6a2bcb5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3bb6a2bcb5_0_7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8" name="Google Shape;578;g33bb6a2bcb5_0_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33bb6a2bcb5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 name="Google Shape;586;g33bb6a2bcb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33bb6a2bcb5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33bb6a2bcb5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3bb6a2bcb5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33bb6a2bcb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33bb6a2bcb5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 name="Google Shape;613;g33bb6a2bcb5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33bb6a2bcb5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2" name="Google Shape;622;g33bb6a2bcb5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3bb6a2bcb5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3bb6a2bcb5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33bb6a2bcb5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0" name="Google Shape;640;g33bb6a2bcb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33bb6a2bcb5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33bb6a2bcb5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3327b89b37f_0_2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5" name="Google Shape;655;g3327b89b37f_0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33d8983dcd8_0_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4" name="Google Shape;664;g33d8983dcd8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3327b89b37f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1" name="Google Shape;671;g3327b89b37f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3327b89b37f_0_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0" name="Google Shape;680;g3327b89b37f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33b76ab28ed_10_32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8" name="Google Shape;688;g33b76ab28ed_10_3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33b76ab28ed_10_35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5" name="Google Shape;695;g33b76ab28ed_10_3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losing Slide Dark Greystone">
  <p:cSld name="Closing Slide Dark Greystone">
    <p:bg>
      <p:bgPr>
        <a:solidFill>
          <a:schemeClr val="dk2"/>
        </a:solidFill>
        <a:effectLst/>
      </p:bgPr>
    </p:bg>
    <p:spTree>
      <p:nvGrpSpPr>
        <p:cNvPr id="1" name="Shape 63"/>
        <p:cNvGrpSpPr/>
        <p:nvPr/>
      </p:nvGrpSpPr>
      <p:grpSpPr>
        <a:xfrm>
          <a:off x="0" y="0"/>
          <a:ext cx="0" cy="0"/>
          <a:chOff x="0" y="0"/>
          <a:chExt cx="0" cy="0"/>
        </a:xfrm>
      </p:grpSpPr>
      <p:grpSp>
        <p:nvGrpSpPr>
          <p:cNvPr id="64" name="Google Shape;64;p14"/>
          <p:cNvGrpSpPr/>
          <p:nvPr/>
        </p:nvGrpSpPr>
        <p:grpSpPr>
          <a:xfrm>
            <a:off x="6233922" y="0"/>
            <a:ext cx="4330162" cy="4800600"/>
            <a:chOff x="5156004" y="0"/>
            <a:chExt cx="5773549" cy="6400800"/>
          </a:xfrm>
        </p:grpSpPr>
        <p:sp>
          <p:nvSpPr>
            <p:cNvPr id="65" name="Google Shape;65;p14"/>
            <p:cNvSpPr/>
            <p:nvPr/>
          </p:nvSpPr>
          <p:spPr>
            <a:xfrm>
              <a:off x="5303520" y="0"/>
              <a:ext cx="3732588" cy="6400800"/>
            </a:xfrm>
            <a:prstGeom prst="rect">
              <a:avLst/>
            </a:prstGeom>
            <a:solidFill>
              <a:srgbClr val="A6A6A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Helvetica Neue"/>
                <a:ea typeface="Helvetica Neue"/>
                <a:cs typeface="Helvetica Neue"/>
                <a:sym typeface="Helvetica Neue"/>
              </a:endParaRPr>
            </a:p>
          </p:txBody>
        </p:sp>
        <p:pic>
          <p:nvPicPr>
            <p:cNvPr id="66" name="Google Shape;66;p14"/>
            <p:cNvPicPr preferRelativeResize="0"/>
            <p:nvPr/>
          </p:nvPicPr>
          <p:blipFill rotWithShape="1">
            <a:blip r:embed="rId2">
              <a:alphaModFix amt="30000"/>
            </a:blip>
            <a:srcRect/>
            <a:stretch/>
          </p:blipFill>
          <p:spPr>
            <a:xfrm>
              <a:off x="5156004" y="750290"/>
              <a:ext cx="5773549" cy="5051855"/>
            </a:xfrm>
            <a:prstGeom prst="rect">
              <a:avLst/>
            </a:prstGeom>
            <a:noFill/>
            <a:ln>
              <a:noFill/>
            </a:ln>
          </p:spPr>
        </p:pic>
      </p:grpSp>
      <p:sp>
        <p:nvSpPr>
          <p:cNvPr id="67" name="Google Shape;67;p14"/>
          <p:cNvSpPr txBox="1">
            <a:spLocks noGrp="1"/>
          </p:cNvSpPr>
          <p:nvPr>
            <p:ph type="body" idx="1"/>
          </p:nvPr>
        </p:nvSpPr>
        <p:spPr>
          <a:xfrm>
            <a:off x="623889" y="1823196"/>
            <a:ext cx="3948112" cy="1493836"/>
          </a:xfrm>
          <a:prstGeom prst="rect">
            <a:avLst/>
          </a:prstGeom>
          <a:noFill/>
          <a:ln>
            <a:noFill/>
          </a:ln>
        </p:spPr>
        <p:txBody>
          <a:bodyPr spcFirstLastPara="1" wrap="square" lIns="0" tIns="34275" rIns="0" bIns="34275" anchor="t" anchorCtr="0">
            <a:normAutofit/>
          </a:bodyPr>
          <a:lstStyle>
            <a:lvl1pPr marL="457200" lvl="0" indent="-228600" algn="l">
              <a:lnSpc>
                <a:spcPct val="90000"/>
              </a:lnSpc>
              <a:spcBef>
                <a:spcPts val="800"/>
              </a:spcBef>
              <a:spcAft>
                <a:spcPts val="0"/>
              </a:spcAft>
              <a:buSzPts val="1400"/>
              <a:buNone/>
              <a:defRPr sz="1400" b="0" i="0">
                <a:solidFill>
                  <a:schemeClr val="lt1"/>
                </a:solidFill>
              </a:defRPr>
            </a:lvl1pPr>
            <a:lvl2pPr marL="914400" lvl="1" indent="-228600" algn="l">
              <a:lnSpc>
                <a:spcPct val="90000"/>
              </a:lnSpc>
              <a:spcBef>
                <a:spcPts val="400"/>
              </a:spcBef>
              <a:spcAft>
                <a:spcPts val="0"/>
              </a:spcAft>
              <a:buSzPts val="1500"/>
              <a:buNone/>
              <a:defRPr sz="1500">
                <a:solidFill>
                  <a:srgbClr val="888888"/>
                </a:solidFill>
              </a:defRPr>
            </a:lvl2pPr>
            <a:lvl3pPr marL="1371600" lvl="2" indent="-228600" algn="l">
              <a:lnSpc>
                <a:spcPct val="90000"/>
              </a:lnSpc>
              <a:spcBef>
                <a:spcPts val="400"/>
              </a:spcBef>
              <a:spcAft>
                <a:spcPts val="0"/>
              </a:spcAft>
              <a:buSzPts val="1400"/>
              <a:buNone/>
              <a:defRPr sz="1400">
                <a:solidFill>
                  <a:srgbClr val="888888"/>
                </a:solidFill>
              </a:defRPr>
            </a:lvl3pPr>
            <a:lvl4pPr marL="1828800" lvl="3" indent="-228600" algn="l">
              <a:lnSpc>
                <a:spcPct val="90000"/>
              </a:lnSpc>
              <a:spcBef>
                <a:spcPts val="400"/>
              </a:spcBef>
              <a:spcAft>
                <a:spcPts val="0"/>
              </a:spcAft>
              <a:buSzPts val="1200"/>
              <a:buNone/>
              <a:defRPr sz="1200">
                <a:solidFill>
                  <a:srgbClr val="888888"/>
                </a:solidFill>
              </a:defRPr>
            </a:lvl4pPr>
            <a:lvl5pPr marL="2286000" lvl="4" indent="-228600" algn="l">
              <a:lnSpc>
                <a:spcPct val="90000"/>
              </a:lnSpc>
              <a:spcBef>
                <a:spcPts val="400"/>
              </a:spcBef>
              <a:spcAft>
                <a:spcPts val="0"/>
              </a:spcAft>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grpSp>
        <p:nvGrpSpPr>
          <p:cNvPr id="68" name="Google Shape;68;p14"/>
          <p:cNvGrpSpPr/>
          <p:nvPr/>
        </p:nvGrpSpPr>
        <p:grpSpPr>
          <a:xfrm>
            <a:off x="0" y="4796733"/>
            <a:ext cx="9144000" cy="353192"/>
            <a:chOff x="0" y="6395644"/>
            <a:chExt cx="12192000" cy="470922"/>
          </a:xfrm>
        </p:grpSpPr>
        <p:sp>
          <p:nvSpPr>
            <p:cNvPr id="69" name="Google Shape;69;p14"/>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70" name="Google Shape;70;p14"/>
            <p:cNvPicPr preferRelativeResize="0"/>
            <p:nvPr/>
          </p:nvPicPr>
          <p:blipFill rotWithShape="1">
            <a:blip r:embed="rId3">
              <a:alphaModFix/>
            </a:blip>
            <a:srcRect/>
            <a:stretch/>
          </p:blipFill>
          <p:spPr>
            <a:xfrm>
              <a:off x="703686" y="6407383"/>
              <a:ext cx="2094393" cy="451789"/>
            </a:xfrm>
            <a:prstGeom prst="rect">
              <a:avLst/>
            </a:prstGeom>
            <a:noFill/>
            <a:ln>
              <a:noFill/>
            </a:ln>
          </p:spPr>
        </p:pic>
        <p:pic>
          <p:nvPicPr>
            <p:cNvPr id="71" name="Google Shape;71;p14"/>
            <p:cNvPicPr preferRelativeResize="0"/>
            <p:nvPr/>
          </p:nvPicPr>
          <p:blipFill rotWithShape="1">
            <a:blip r:embed="rId4">
              <a:alphaModFix/>
            </a:blip>
            <a:srcRect/>
            <a:stretch/>
          </p:blipFill>
          <p:spPr>
            <a:xfrm>
              <a:off x="4110607" y="6395644"/>
              <a:ext cx="2088055" cy="462356"/>
            </a:xfrm>
            <a:prstGeom prst="rect">
              <a:avLst/>
            </a:prstGeom>
            <a:noFill/>
            <a:ln>
              <a:noFill/>
            </a:ln>
          </p:spPr>
        </p:pic>
        <p:pic>
          <p:nvPicPr>
            <p:cNvPr id="72" name="Google Shape;72;p14"/>
            <p:cNvPicPr preferRelativeResize="0"/>
            <p:nvPr/>
          </p:nvPicPr>
          <p:blipFill rotWithShape="1">
            <a:blip r:embed="rId5">
              <a:alphaModFix/>
            </a:blip>
            <a:srcRect/>
            <a:stretch/>
          </p:blipFill>
          <p:spPr>
            <a:xfrm>
              <a:off x="2763387" y="6410995"/>
              <a:ext cx="2040333" cy="450968"/>
            </a:xfrm>
            <a:prstGeom prst="rect">
              <a:avLst/>
            </a:prstGeom>
            <a:noFill/>
            <a:ln>
              <a:noFill/>
            </a:ln>
          </p:spPr>
        </p:pic>
        <p:cxnSp>
          <p:nvCxnSpPr>
            <p:cNvPr id="73" name="Google Shape;73;p14"/>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74" name="Google Shape;74;p14"/>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75" name="Google Shape;75;p14"/>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sp>
        <p:nvSpPr>
          <p:cNvPr id="76" name="Google Shape;76;p14"/>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Slide Image Background Shield" type="title">
  <p:cSld name="TITLE">
    <p:spTree>
      <p:nvGrpSpPr>
        <p:cNvPr id="1" name="Shape 77"/>
        <p:cNvGrpSpPr/>
        <p:nvPr/>
      </p:nvGrpSpPr>
      <p:grpSpPr>
        <a:xfrm>
          <a:off x="0" y="0"/>
          <a:ext cx="0" cy="0"/>
          <a:chOff x="0" y="0"/>
          <a:chExt cx="0" cy="0"/>
        </a:xfrm>
      </p:grpSpPr>
      <p:pic>
        <p:nvPicPr>
          <p:cNvPr id="78" name="Google Shape;78;p15"/>
          <p:cNvPicPr preferRelativeResize="0"/>
          <p:nvPr/>
        </p:nvPicPr>
        <p:blipFill rotWithShape="1">
          <a:blip r:embed="rId2">
            <a:alphaModFix/>
          </a:blip>
          <a:srcRect l="1" t="28434" r="25845" b="9306"/>
          <a:stretch/>
        </p:blipFill>
        <p:spPr>
          <a:xfrm>
            <a:off x="-1" y="0"/>
            <a:ext cx="9144001" cy="5118188"/>
          </a:xfrm>
          <a:prstGeom prst="rect">
            <a:avLst/>
          </a:prstGeom>
          <a:noFill/>
          <a:ln>
            <a:noFill/>
          </a:ln>
        </p:spPr>
      </p:pic>
      <p:pic>
        <p:nvPicPr>
          <p:cNvPr id="79" name="Google Shape;79;p15"/>
          <p:cNvPicPr preferRelativeResize="0"/>
          <p:nvPr/>
        </p:nvPicPr>
        <p:blipFill rotWithShape="1">
          <a:blip r:embed="rId3">
            <a:alphaModFix amt="80000"/>
          </a:blip>
          <a:srcRect/>
          <a:stretch/>
        </p:blipFill>
        <p:spPr>
          <a:xfrm>
            <a:off x="-2027401" y="-1987052"/>
            <a:ext cx="7230536" cy="9357163"/>
          </a:xfrm>
          <a:prstGeom prst="rect">
            <a:avLst/>
          </a:prstGeom>
          <a:noFill/>
          <a:ln>
            <a:noFill/>
          </a:ln>
        </p:spPr>
      </p:pic>
      <p:sp>
        <p:nvSpPr>
          <p:cNvPr id="80" name="Google Shape;80;p15"/>
          <p:cNvSpPr txBox="1">
            <a:spLocks noGrp="1"/>
          </p:cNvSpPr>
          <p:nvPr>
            <p:ph type="ctrTitle"/>
          </p:nvPr>
        </p:nvSpPr>
        <p:spPr>
          <a:xfrm>
            <a:off x="685800" y="900829"/>
            <a:ext cx="2832100" cy="1790700"/>
          </a:xfrm>
          <a:prstGeom prst="rect">
            <a:avLst/>
          </a:prstGeom>
          <a:noFill/>
          <a:ln>
            <a:noFill/>
          </a:ln>
        </p:spPr>
        <p:txBody>
          <a:bodyPr spcFirstLastPara="1" wrap="square" lIns="0" tIns="34275" rIns="0" bIns="34275" anchor="b" anchorCtr="0">
            <a:noAutofit/>
          </a:bodyPr>
          <a:lstStyle>
            <a:lvl1pPr lvl="0" algn="l">
              <a:lnSpc>
                <a:spcPct val="90000"/>
              </a:lnSpc>
              <a:spcBef>
                <a:spcPts val="0"/>
              </a:spcBef>
              <a:spcAft>
                <a:spcPts val="0"/>
              </a:spcAft>
              <a:buClr>
                <a:schemeClr val="accent1"/>
              </a:buClr>
              <a:buSzPts val="3600"/>
              <a:buFont typeface="Helvetica Neue"/>
              <a:buNone/>
              <a:defRPr sz="3600" b="0" i="0">
                <a:solidFill>
                  <a:schemeClr val="accent1"/>
                </a:solidFill>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1" name="Google Shape;81;p15"/>
          <p:cNvSpPr txBox="1">
            <a:spLocks noGrp="1"/>
          </p:cNvSpPr>
          <p:nvPr>
            <p:ph type="subTitle" idx="1"/>
          </p:nvPr>
        </p:nvSpPr>
        <p:spPr>
          <a:xfrm>
            <a:off x="712935" y="2760586"/>
            <a:ext cx="2804966" cy="467699"/>
          </a:xfrm>
          <a:prstGeom prst="rect">
            <a:avLst/>
          </a:prstGeom>
          <a:noFill/>
          <a:ln>
            <a:noFill/>
          </a:ln>
        </p:spPr>
        <p:txBody>
          <a:bodyPr spcFirstLastPara="1" wrap="square" lIns="0" tIns="34275" rIns="0" bIns="34275" anchor="t" anchorCtr="0">
            <a:noAutofit/>
          </a:bodyPr>
          <a:lstStyle>
            <a:lvl1pPr lvl="0" algn="l">
              <a:lnSpc>
                <a:spcPct val="90000"/>
              </a:lnSpc>
              <a:spcBef>
                <a:spcPts val="800"/>
              </a:spcBef>
              <a:spcAft>
                <a:spcPts val="0"/>
              </a:spcAft>
              <a:buSzPts val="1400"/>
              <a:buNone/>
              <a:defRPr sz="1400" b="0" i="0">
                <a:solidFill>
                  <a:schemeClr val="dk1"/>
                </a:solidFill>
                <a:latin typeface="Helvetica Neue"/>
                <a:ea typeface="Helvetica Neue"/>
                <a:cs typeface="Helvetica Neue"/>
                <a:sym typeface="Helvetica Neue"/>
              </a:defRPr>
            </a:lvl1pPr>
            <a:lvl2pPr lvl="1" algn="ctr">
              <a:lnSpc>
                <a:spcPct val="90000"/>
              </a:lnSpc>
              <a:spcBef>
                <a:spcPts val="400"/>
              </a:spcBef>
              <a:spcAft>
                <a:spcPts val="0"/>
              </a:spcAft>
              <a:buSzPts val="1500"/>
              <a:buNone/>
              <a:defRPr sz="1500"/>
            </a:lvl2pPr>
            <a:lvl3pPr lvl="2" algn="ctr">
              <a:lnSpc>
                <a:spcPct val="90000"/>
              </a:lnSpc>
              <a:spcBef>
                <a:spcPts val="400"/>
              </a:spcBef>
              <a:spcAft>
                <a:spcPts val="0"/>
              </a:spcAft>
              <a:buSzPts val="1400"/>
              <a:buNone/>
              <a:defRPr sz="1400"/>
            </a:lvl3pPr>
            <a:lvl4pPr lvl="3" algn="ctr">
              <a:lnSpc>
                <a:spcPct val="90000"/>
              </a:lnSpc>
              <a:spcBef>
                <a:spcPts val="400"/>
              </a:spcBef>
              <a:spcAft>
                <a:spcPts val="0"/>
              </a:spcAft>
              <a:buSzPts val="1200"/>
              <a:buNone/>
              <a:defRPr sz="1200"/>
            </a:lvl4pPr>
            <a:lvl5pPr lvl="4" algn="ctr">
              <a:lnSpc>
                <a:spcPct val="90000"/>
              </a:lnSpc>
              <a:spcBef>
                <a:spcPts val="400"/>
              </a:spcBef>
              <a:spcAft>
                <a:spcPts val="0"/>
              </a:spcAft>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grpSp>
        <p:nvGrpSpPr>
          <p:cNvPr id="82" name="Google Shape;82;p15"/>
          <p:cNvGrpSpPr/>
          <p:nvPr/>
        </p:nvGrpSpPr>
        <p:grpSpPr>
          <a:xfrm>
            <a:off x="0" y="4796733"/>
            <a:ext cx="9144000" cy="353192"/>
            <a:chOff x="0" y="6395644"/>
            <a:chExt cx="12192000" cy="470922"/>
          </a:xfrm>
        </p:grpSpPr>
        <p:sp>
          <p:nvSpPr>
            <p:cNvPr id="83" name="Google Shape;83;p15"/>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84" name="Google Shape;84;p15"/>
            <p:cNvPicPr preferRelativeResize="0"/>
            <p:nvPr/>
          </p:nvPicPr>
          <p:blipFill rotWithShape="1">
            <a:blip r:embed="rId4">
              <a:alphaModFix/>
            </a:blip>
            <a:srcRect/>
            <a:stretch/>
          </p:blipFill>
          <p:spPr>
            <a:xfrm>
              <a:off x="703686" y="6407383"/>
              <a:ext cx="2094393" cy="451789"/>
            </a:xfrm>
            <a:prstGeom prst="rect">
              <a:avLst/>
            </a:prstGeom>
            <a:noFill/>
            <a:ln>
              <a:noFill/>
            </a:ln>
          </p:spPr>
        </p:pic>
        <p:pic>
          <p:nvPicPr>
            <p:cNvPr id="85" name="Google Shape;85;p15"/>
            <p:cNvPicPr preferRelativeResize="0"/>
            <p:nvPr/>
          </p:nvPicPr>
          <p:blipFill rotWithShape="1">
            <a:blip r:embed="rId5">
              <a:alphaModFix/>
            </a:blip>
            <a:srcRect/>
            <a:stretch/>
          </p:blipFill>
          <p:spPr>
            <a:xfrm>
              <a:off x="4110607" y="6395644"/>
              <a:ext cx="2088055" cy="462356"/>
            </a:xfrm>
            <a:prstGeom prst="rect">
              <a:avLst/>
            </a:prstGeom>
            <a:noFill/>
            <a:ln>
              <a:noFill/>
            </a:ln>
          </p:spPr>
        </p:pic>
        <p:pic>
          <p:nvPicPr>
            <p:cNvPr id="86" name="Google Shape;86;p15"/>
            <p:cNvPicPr preferRelativeResize="0"/>
            <p:nvPr/>
          </p:nvPicPr>
          <p:blipFill rotWithShape="1">
            <a:blip r:embed="rId6">
              <a:alphaModFix/>
            </a:blip>
            <a:srcRect/>
            <a:stretch/>
          </p:blipFill>
          <p:spPr>
            <a:xfrm>
              <a:off x="2763387" y="6410995"/>
              <a:ext cx="2040333" cy="450968"/>
            </a:xfrm>
            <a:prstGeom prst="rect">
              <a:avLst/>
            </a:prstGeom>
            <a:noFill/>
            <a:ln>
              <a:noFill/>
            </a:ln>
          </p:spPr>
        </p:pic>
        <p:cxnSp>
          <p:nvCxnSpPr>
            <p:cNvPr id="87" name="Google Shape;87;p15"/>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88" name="Google Shape;88;p15"/>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89" name="Google Shape;89;p15"/>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sp>
        <p:nvSpPr>
          <p:cNvPr id="90" name="Google Shape;90;p15"/>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1"/>
        <p:cNvGrpSpPr/>
        <p:nvPr/>
      </p:nvGrpSpPr>
      <p:grpSpPr>
        <a:xfrm>
          <a:off x="0" y="0"/>
          <a:ext cx="0" cy="0"/>
          <a:chOff x="0" y="0"/>
          <a:chExt cx="0" cy="0"/>
        </a:xfrm>
      </p:grpSpPr>
      <p:sp>
        <p:nvSpPr>
          <p:cNvPr id="92" name="Google Shape;92;p16"/>
          <p:cNvSpPr txBox="1">
            <a:spLocks noGrp="1"/>
          </p:cNvSpPr>
          <p:nvPr>
            <p:ph type="title"/>
          </p:nvPr>
        </p:nvSpPr>
        <p:spPr>
          <a:xfrm>
            <a:off x="628650" y="0"/>
            <a:ext cx="7886700" cy="984558"/>
          </a:xfrm>
          <a:prstGeom prst="rect">
            <a:avLst/>
          </a:prstGeom>
          <a:noFill/>
          <a:ln>
            <a:noFill/>
          </a:ln>
        </p:spPr>
        <p:txBody>
          <a:bodyPr spcFirstLastPara="1" wrap="square" lIns="0" tIns="34275" rIns="0" bIns="34275" anchor="ctr" anchorCtr="0">
            <a:noAutofit/>
          </a:bodyPr>
          <a:lstStyle>
            <a:lvl1pPr lvl="0" algn="l">
              <a:lnSpc>
                <a:spcPct val="90000"/>
              </a:lnSpc>
              <a:spcBef>
                <a:spcPts val="0"/>
              </a:spcBef>
              <a:spcAft>
                <a:spcPts val="0"/>
              </a:spcAft>
              <a:buClr>
                <a:srgbClr val="800000"/>
              </a:buClr>
              <a:buSzPts val="2700"/>
              <a:buFont typeface="Helvetica Neue"/>
              <a:buNone/>
              <a:defRPr b="0" i="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3" name="Google Shape;93;p16"/>
          <p:cNvSpPr txBox="1">
            <a:spLocks noGrp="1"/>
          </p:cNvSpPr>
          <p:nvPr>
            <p:ph type="body" idx="1"/>
          </p:nvPr>
        </p:nvSpPr>
        <p:spPr>
          <a:xfrm>
            <a:off x="628650" y="1150602"/>
            <a:ext cx="7886700" cy="3322119"/>
          </a:xfrm>
          <a:prstGeom prst="rect">
            <a:avLst/>
          </a:prstGeom>
          <a:noFill/>
          <a:ln>
            <a:noFill/>
          </a:ln>
        </p:spPr>
        <p:txBody>
          <a:bodyPr spcFirstLastPara="1" wrap="square" lIns="0" tIns="34275" rIns="0" bIns="34275" anchor="t" anchorCtr="0">
            <a:noAutofit/>
          </a:bodyPr>
          <a:lstStyle>
            <a:lvl1pPr marL="457200" lvl="0" indent="-342900" algn="l">
              <a:lnSpc>
                <a:spcPct val="90000"/>
              </a:lnSpc>
              <a:spcBef>
                <a:spcPts val="800"/>
              </a:spcBef>
              <a:spcAft>
                <a:spcPts val="0"/>
              </a:spcAft>
              <a:buSzPts val="1800"/>
              <a:buChar char="•"/>
              <a:defRPr b="0" i="0"/>
            </a:lvl1pPr>
            <a:lvl2pPr marL="914400" lvl="1" indent="-323850" algn="l">
              <a:lnSpc>
                <a:spcPct val="90000"/>
              </a:lnSpc>
              <a:spcBef>
                <a:spcPts val="400"/>
              </a:spcBef>
              <a:spcAft>
                <a:spcPts val="0"/>
              </a:spcAft>
              <a:buSzPts val="1500"/>
              <a:buChar char="•"/>
              <a:defRPr b="0" i="0"/>
            </a:lvl2pPr>
            <a:lvl3pPr marL="1371600" lvl="2" indent="-317500" algn="l">
              <a:lnSpc>
                <a:spcPct val="90000"/>
              </a:lnSpc>
              <a:spcBef>
                <a:spcPts val="400"/>
              </a:spcBef>
              <a:spcAft>
                <a:spcPts val="0"/>
              </a:spcAft>
              <a:buSzPts val="1400"/>
              <a:buChar char="•"/>
              <a:defRPr b="0" i="0"/>
            </a:lvl3pPr>
            <a:lvl4pPr marL="1828800" lvl="3" indent="-304800" algn="l">
              <a:lnSpc>
                <a:spcPct val="90000"/>
              </a:lnSpc>
              <a:spcBef>
                <a:spcPts val="400"/>
              </a:spcBef>
              <a:spcAft>
                <a:spcPts val="0"/>
              </a:spcAft>
              <a:buSzPts val="1200"/>
              <a:buChar char="•"/>
              <a:defRPr b="0" i="0"/>
            </a:lvl4pPr>
            <a:lvl5pPr marL="2286000" lvl="4" indent="-304800" algn="l">
              <a:lnSpc>
                <a:spcPct val="90000"/>
              </a:lnSpc>
              <a:spcBef>
                <a:spcPts val="400"/>
              </a:spcBef>
              <a:spcAft>
                <a:spcPts val="0"/>
              </a:spcAft>
              <a:buSzPts val="1200"/>
              <a:buChar char="•"/>
              <a:defRPr sz="1200" b="0" i="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4" name="Google Shape;94;p16"/>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Section Header White" type="secHead">
  <p:cSld name="SECTION_HEADER">
    <p:bg>
      <p:bgPr>
        <a:solidFill>
          <a:schemeClr val="lt1"/>
        </a:solidFill>
        <a:effectLst/>
      </p:bgPr>
    </p:bg>
    <p:spTree>
      <p:nvGrpSpPr>
        <p:cNvPr id="1" name="Shape 95"/>
        <p:cNvGrpSpPr/>
        <p:nvPr/>
      </p:nvGrpSpPr>
      <p:grpSpPr>
        <a:xfrm>
          <a:off x="0" y="0"/>
          <a:ext cx="0" cy="0"/>
          <a:chOff x="0" y="0"/>
          <a:chExt cx="0" cy="0"/>
        </a:xfrm>
      </p:grpSpPr>
      <p:sp>
        <p:nvSpPr>
          <p:cNvPr id="96" name="Google Shape;96;p17"/>
          <p:cNvSpPr txBox="1">
            <a:spLocks noGrp="1"/>
          </p:cNvSpPr>
          <p:nvPr>
            <p:ph type="body" idx="1"/>
          </p:nvPr>
        </p:nvSpPr>
        <p:spPr>
          <a:xfrm>
            <a:off x="623888" y="3726424"/>
            <a:ext cx="7886700" cy="694133"/>
          </a:xfrm>
          <a:prstGeom prst="rect">
            <a:avLst/>
          </a:prstGeom>
          <a:noFill/>
          <a:ln>
            <a:noFill/>
          </a:ln>
        </p:spPr>
        <p:txBody>
          <a:bodyPr spcFirstLastPara="1" wrap="square" lIns="0" tIns="34275" rIns="0" bIns="34275" anchor="t" anchorCtr="0">
            <a:normAutofit/>
          </a:bodyPr>
          <a:lstStyle>
            <a:lvl1pPr marL="457200" lvl="0" indent="-228600" algn="l">
              <a:lnSpc>
                <a:spcPct val="90000"/>
              </a:lnSpc>
              <a:spcBef>
                <a:spcPts val="800"/>
              </a:spcBef>
              <a:spcAft>
                <a:spcPts val="0"/>
              </a:spcAft>
              <a:buSzPts val="1400"/>
              <a:buNone/>
              <a:defRPr sz="1400" b="0" i="0">
                <a:solidFill>
                  <a:srgbClr val="767676"/>
                </a:solidFill>
              </a:defRPr>
            </a:lvl1pPr>
            <a:lvl2pPr marL="914400" lvl="1" indent="-228600" algn="l">
              <a:lnSpc>
                <a:spcPct val="90000"/>
              </a:lnSpc>
              <a:spcBef>
                <a:spcPts val="400"/>
              </a:spcBef>
              <a:spcAft>
                <a:spcPts val="0"/>
              </a:spcAft>
              <a:buSzPts val="1500"/>
              <a:buNone/>
              <a:defRPr sz="1500">
                <a:solidFill>
                  <a:srgbClr val="888888"/>
                </a:solidFill>
              </a:defRPr>
            </a:lvl2pPr>
            <a:lvl3pPr marL="1371600" lvl="2" indent="-228600" algn="l">
              <a:lnSpc>
                <a:spcPct val="90000"/>
              </a:lnSpc>
              <a:spcBef>
                <a:spcPts val="400"/>
              </a:spcBef>
              <a:spcAft>
                <a:spcPts val="0"/>
              </a:spcAft>
              <a:buSzPts val="1400"/>
              <a:buNone/>
              <a:defRPr sz="1400">
                <a:solidFill>
                  <a:srgbClr val="888888"/>
                </a:solidFill>
              </a:defRPr>
            </a:lvl3pPr>
            <a:lvl4pPr marL="1828800" lvl="3" indent="-228600" algn="l">
              <a:lnSpc>
                <a:spcPct val="90000"/>
              </a:lnSpc>
              <a:spcBef>
                <a:spcPts val="400"/>
              </a:spcBef>
              <a:spcAft>
                <a:spcPts val="0"/>
              </a:spcAft>
              <a:buSzPts val="1200"/>
              <a:buNone/>
              <a:defRPr sz="1200">
                <a:solidFill>
                  <a:srgbClr val="888888"/>
                </a:solidFill>
              </a:defRPr>
            </a:lvl4pPr>
            <a:lvl5pPr marL="2286000" lvl="4" indent="-228600" algn="l">
              <a:lnSpc>
                <a:spcPct val="90000"/>
              </a:lnSpc>
              <a:spcBef>
                <a:spcPts val="400"/>
              </a:spcBef>
              <a:spcAft>
                <a:spcPts val="0"/>
              </a:spcAft>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97" name="Google Shape;97;p17"/>
          <p:cNvSpPr txBox="1">
            <a:spLocks noGrp="1"/>
          </p:cNvSpPr>
          <p:nvPr>
            <p:ph type="title"/>
          </p:nvPr>
        </p:nvSpPr>
        <p:spPr>
          <a:xfrm>
            <a:off x="623888" y="1769787"/>
            <a:ext cx="7886700" cy="1936396"/>
          </a:xfrm>
          <a:prstGeom prst="rect">
            <a:avLst/>
          </a:prstGeom>
          <a:noFill/>
          <a:ln>
            <a:noFill/>
          </a:ln>
        </p:spPr>
        <p:txBody>
          <a:bodyPr spcFirstLastPara="1" wrap="square" lIns="0" tIns="34275" rIns="0" bIns="34275" anchor="b" anchorCtr="0">
            <a:normAutofit/>
          </a:bodyPr>
          <a:lstStyle>
            <a:lvl1pPr lvl="0" algn="l">
              <a:lnSpc>
                <a:spcPct val="90000"/>
              </a:lnSpc>
              <a:spcBef>
                <a:spcPts val="0"/>
              </a:spcBef>
              <a:spcAft>
                <a:spcPts val="0"/>
              </a:spcAft>
              <a:buClr>
                <a:srgbClr val="800000"/>
              </a:buClr>
              <a:buSzPts val="3000"/>
              <a:buFont typeface="Helvetica Neue"/>
              <a:buNone/>
              <a:defRPr sz="3000" b="0" i="0">
                <a:solidFill>
                  <a:srgbClr val="80000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8" name="Google Shape;98;p17"/>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grpSp>
        <p:nvGrpSpPr>
          <p:cNvPr id="99" name="Google Shape;99;p17"/>
          <p:cNvGrpSpPr/>
          <p:nvPr/>
        </p:nvGrpSpPr>
        <p:grpSpPr>
          <a:xfrm>
            <a:off x="0" y="4796733"/>
            <a:ext cx="9144000" cy="353192"/>
            <a:chOff x="0" y="6395644"/>
            <a:chExt cx="12192000" cy="470922"/>
          </a:xfrm>
        </p:grpSpPr>
        <p:sp>
          <p:nvSpPr>
            <p:cNvPr id="100" name="Google Shape;100;p17"/>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101" name="Google Shape;101;p17"/>
            <p:cNvPicPr preferRelativeResize="0"/>
            <p:nvPr/>
          </p:nvPicPr>
          <p:blipFill rotWithShape="1">
            <a:blip r:embed="rId2">
              <a:alphaModFix/>
            </a:blip>
            <a:srcRect/>
            <a:stretch/>
          </p:blipFill>
          <p:spPr>
            <a:xfrm>
              <a:off x="703686" y="6407383"/>
              <a:ext cx="2094393" cy="451789"/>
            </a:xfrm>
            <a:prstGeom prst="rect">
              <a:avLst/>
            </a:prstGeom>
            <a:noFill/>
            <a:ln>
              <a:noFill/>
            </a:ln>
          </p:spPr>
        </p:pic>
        <p:pic>
          <p:nvPicPr>
            <p:cNvPr id="102" name="Google Shape;102;p17"/>
            <p:cNvPicPr preferRelativeResize="0"/>
            <p:nvPr/>
          </p:nvPicPr>
          <p:blipFill rotWithShape="1">
            <a:blip r:embed="rId3">
              <a:alphaModFix/>
            </a:blip>
            <a:srcRect/>
            <a:stretch/>
          </p:blipFill>
          <p:spPr>
            <a:xfrm>
              <a:off x="4110607" y="6395644"/>
              <a:ext cx="2088055" cy="462356"/>
            </a:xfrm>
            <a:prstGeom prst="rect">
              <a:avLst/>
            </a:prstGeom>
            <a:noFill/>
            <a:ln>
              <a:noFill/>
            </a:ln>
          </p:spPr>
        </p:pic>
        <p:pic>
          <p:nvPicPr>
            <p:cNvPr id="103" name="Google Shape;103;p17"/>
            <p:cNvPicPr preferRelativeResize="0"/>
            <p:nvPr/>
          </p:nvPicPr>
          <p:blipFill rotWithShape="1">
            <a:blip r:embed="rId4">
              <a:alphaModFix/>
            </a:blip>
            <a:srcRect/>
            <a:stretch/>
          </p:blipFill>
          <p:spPr>
            <a:xfrm>
              <a:off x="2763387" y="6410995"/>
              <a:ext cx="2040333" cy="450968"/>
            </a:xfrm>
            <a:prstGeom prst="rect">
              <a:avLst/>
            </a:prstGeom>
            <a:noFill/>
            <a:ln>
              <a:noFill/>
            </a:ln>
          </p:spPr>
        </p:pic>
        <p:cxnSp>
          <p:nvCxnSpPr>
            <p:cNvPr id="104" name="Google Shape;104;p17"/>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105" name="Google Shape;105;p17"/>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106" name="Google Shape;106;p17"/>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pic>
        <p:nvPicPr>
          <p:cNvPr id="107" name="Google Shape;107;p17"/>
          <p:cNvPicPr preferRelativeResize="0"/>
          <p:nvPr/>
        </p:nvPicPr>
        <p:blipFill rotWithShape="1">
          <a:blip r:embed="rId5">
            <a:alphaModFix amt="10000"/>
          </a:blip>
          <a:srcRect/>
          <a:stretch/>
        </p:blipFill>
        <p:spPr>
          <a:xfrm>
            <a:off x="7071932" y="0"/>
            <a:ext cx="2877312" cy="2517648"/>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Title Slide Image Background Bar">
  <p:cSld name="Title Slide Image Background Bar">
    <p:spTree>
      <p:nvGrpSpPr>
        <p:cNvPr id="1" name="Shape 108"/>
        <p:cNvGrpSpPr/>
        <p:nvPr/>
      </p:nvGrpSpPr>
      <p:grpSpPr>
        <a:xfrm>
          <a:off x="0" y="0"/>
          <a:ext cx="0" cy="0"/>
          <a:chOff x="0" y="0"/>
          <a:chExt cx="0" cy="0"/>
        </a:xfrm>
      </p:grpSpPr>
      <p:pic>
        <p:nvPicPr>
          <p:cNvPr id="109" name="Google Shape;109;p18"/>
          <p:cNvPicPr preferRelativeResize="0"/>
          <p:nvPr/>
        </p:nvPicPr>
        <p:blipFill rotWithShape="1">
          <a:blip r:embed="rId2">
            <a:alphaModFix/>
          </a:blip>
          <a:srcRect t="28434" r="25845" b="9209"/>
          <a:stretch/>
        </p:blipFill>
        <p:spPr>
          <a:xfrm>
            <a:off x="-1" y="0"/>
            <a:ext cx="9144000" cy="5126114"/>
          </a:xfrm>
          <a:prstGeom prst="rect">
            <a:avLst/>
          </a:prstGeom>
          <a:noFill/>
          <a:ln>
            <a:noFill/>
          </a:ln>
        </p:spPr>
      </p:pic>
      <p:sp>
        <p:nvSpPr>
          <p:cNvPr id="110" name="Google Shape;110;p18"/>
          <p:cNvSpPr/>
          <p:nvPr/>
        </p:nvSpPr>
        <p:spPr>
          <a:xfrm>
            <a:off x="-1" y="-11916"/>
            <a:ext cx="3980180" cy="4856261"/>
          </a:xfrm>
          <a:prstGeom prst="rect">
            <a:avLst/>
          </a:prstGeom>
          <a:solidFill>
            <a:schemeClr val="lt1">
              <a:alpha val="74901"/>
            </a:schemeClr>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Helvetica Neue"/>
              <a:ea typeface="Helvetica Neue"/>
              <a:cs typeface="Helvetica Neue"/>
              <a:sym typeface="Helvetica Neue"/>
            </a:endParaRPr>
          </a:p>
        </p:txBody>
      </p:sp>
      <p:sp>
        <p:nvSpPr>
          <p:cNvPr id="111" name="Google Shape;111;p18"/>
          <p:cNvSpPr txBox="1">
            <a:spLocks noGrp="1"/>
          </p:cNvSpPr>
          <p:nvPr>
            <p:ph type="ctrTitle"/>
          </p:nvPr>
        </p:nvSpPr>
        <p:spPr>
          <a:xfrm>
            <a:off x="685800" y="900829"/>
            <a:ext cx="2832100" cy="1790700"/>
          </a:xfrm>
          <a:prstGeom prst="rect">
            <a:avLst/>
          </a:prstGeom>
          <a:noFill/>
          <a:ln>
            <a:noFill/>
          </a:ln>
        </p:spPr>
        <p:txBody>
          <a:bodyPr spcFirstLastPara="1" wrap="square" lIns="0" tIns="34275" rIns="0" bIns="34275" anchor="b" anchorCtr="0">
            <a:noAutofit/>
          </a:bodyPr>
          <a:lstStyle>
            <a:lvl1pPr lvl="0" algn="l">
              <a:lnSpc>
                <a:spcPct val="90000"/>
              </a:lnSpc>
              <a:spcBef>
                <a:spcPts val="0"/>
              </a:spcBef>
              <a:spcAft>
                <a:spcPts val="0"/>
              </a:spcAft>
              <a:buClr>
                <a:schemeClr val="accent1"/>
              </a:buClr>
              <a:buSzPts val="3600"/>
              <a:buFont typeface="Helvetica Neue"/>
              <a:buNone/>
              <a:defRPr sz="3600" b="0" i="0">
                <a:solidFill>
                  <a:schemeClr val="accent1"/>
                </a:solidFill>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2" name="Google Shape;112;p18"/>
          <p:cNvSpPr txBox="1">
            <a:spLocks noGrp="1"/>
          </p:cNvSpPr>
          <p:nvPr>
            <p:ph type="subTitle" idx="1"/>
          </p:nvPr>
        </p:nvSpPr>
        <p:spPr>
          <a:xfrm>
            <a:off x="712935" y="2760586"/>
            <a:ext cx="2804966" cy="467699"/>
          </a:xfrm>
          <a:prstGeom prst="rect">
            <a:avLst/>
          </a:prstGeom>
          <a:noFill/>
          <a:ln>
            <a:noFill/>
          </a:ln>
        </p:spPr>
        <p:txBody>
          <a:bodyPr spcFirstLastPara="1" wrap="square" lIns="0" tIns="34275" rIns="0" bIns="34275" anchor="t" anchorCtr="0">
            <a:noAutofit/>
          </a:bodyPr>
          <a:lstStyle>
            <a:lvl1pPr lvl="0" algn="l">
              <a:lnSpc>
                <a:spcPct val="90000"/>
              </a:lnSpc>
              <a:spcBef>
                <a:spcPts val="800"/>
              </a:spcBef>
              <a:spcAft>
                <a:spcPts val="0"/>
              </a:spcAft>
              <a:buSzPts val="1400"/>
              <a:buNone/>
              <a:defRPr sz="1400" b="0" i="0">
                <a:solidFill>
                  <a:schemeClr val="dk1"/>
                </a:solidFill>
                <a:latin typeface="Helvetica Neue"/>
                <a:ea typeface="Helvetica Neue"/>
                <a:cs typeface="Helvetica Neue"/>
                <a:sym typeface="Helvetica Neue"/>
              </a:defRPr>
            </a:lvl1pPr>
            <a:lvl2pPr lvl="1" algn="ctr">
              <a:lnSpc>
                <a:spcPct val="90000"/>
              </a:lnSpc>
              <a:spcBef>
                <a:spcPts val="400"/>
              </a:spcBef>
              <a:spcAft>
                <a:spcPts val="0"/>
              </a:spcAft>
              <a:buSzPts val="1500"/>
              <a:buNone/>
              <a:defRPr sz="1500"/>
            </a:lvl2pPr>
            <a:lvl3pPr lvl="2" algn="ctr">
              <a:lnSpc>
                <a:spcPct val="90000"/>
              </a:lnSpc>
              <a:spcBef>
                <a:spcPts val="400"/>
              </a:spcBef>
              <a:spcAft>
                <a:spcPts val="0"/>
              </a:spcAft>
              <a:buSzPts val="1400"/>
              <a:buNone/>
              <a:defRPr sz="1400"/>
            </a:lvl3pPr>
            <a:lvl4pPr lvl="3" algn="ctr">
              <a:lnSpc>
                <a:spcPct val="90000"/>
              </a:lnSpc>
              <a:spcBef>
                <a:spcPts val="400"/>
              </a:spcBef>
              <a:spcAft>
                <a:spcPts val="0"/>
              </a:spcAft>
              <a:buSzPts val="1200"/>
              <a:buNone/>
              <a:defRPr sz="1200"/>
            </a:lvl4pPr>
            <a:lvl5pPr lvl="4" algn="ctr">
              <a:lnSpc>
                <a:spcPct val="90000"/>
              </a:lnSpc>
              <a:spcBef>
                <a:spcPts val="400"/>
              </a:spcBef>
              <a:spcAft>
                <a:spcPts val="0"/>
              </a:spcAft>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grpSp>
        <p:nvGrpSpPr>
          <p:cNvPr id="113" name="Google Shape;113;p18"/>
          <p:cNvGrpSpPr/>
          <p:nvPr/>
        </p:nvGrpSpPr>
        <p:grpSpPr>
          <a:xfrm>
            <a:off x="0" y="4796733"/>
            <a:ext cx="9144000" cy="353192"/>
            <a:chOff x="0" y="6395644"/>
            <a:chExt cx="12192000" cy="470922"/>
          </a:xfrm>
        </p:grpSpPr>
        <p:sp>
          <p:nvSpPr>
            <p:cNvPr id="114" name="Google Shape;114;p18"/>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115" name="Google Shape;115;p18"/>
            <p:cNvPicPr preferRelativeResize="0"/>
            <p:nvPr/>
          </p:nvPicPr>
          <p:blipFill rotWithShape="1">
            <a:blip r:embed="rId3">
              <a:alphaModFix/>
            </a:blip>
            <a:srcRect/>
            <a:stretch/>
          </p:blipFill>
          <p:spPr>
            <a:xfrm>
              <a:off x="703686" y="6407383"/>
              <a:ext cx="2094393" cy="451789"/>
            </a:xfrm>
            <a:prstGeom prst="rect">
              <a:avLst/>
            </a:prstGeom>
            <a:noFill/>
            <a:ln>
              <a:noFill/>
            </a:ln>
          </p:spPr>
        </p:pic>
        <p:pic>
          <p:nvPicPr>
            <p:cNvPr id="116" name="Google Shape;116;p18"/>
            <p:cNvPicPr preferRelativeResize="0"/>
            <p:nvPr/>
          </p:nvPicPr>
          <p:blipFill rotWithShape="1">
            <a:blip r:embed="rId4">
              <a:alphaModFix/>
            </a:blip>
            <a:srcRect/>
            <a:stretch/>
          </p:blipFill>
          <p:spPr>
            <a:xfrm>
              <a:off x="4110607" y="6395644"/>
              <a:ext cx="2088055" cy="462356"/>
            </a:xfrm>
            <a:prstGeom prst="rect">
              <a:avLst/>
            </a:prstGeom>
            <a:noFill/>
            <a:ln>
              <a:noFill/>
            </a:ln>
          </p:spPr>
        </p:pic>
        <p:pic>
          <p:nvPicPr>
            <p:cNvPr id="117" name="Google Shape;117;p18"/>
            <p:cNvPicPr preferRelativeResize="0"/>
            <p:nvPr/>
          </p:nvPicPr>
          <p:blipFill rotWithShape="1">
            <a:blip r:embed="rId5">
              <a:alphaModFix/>
            </a:blip>
            <a:srcRect/>
            <a:stretch/>
          </p:blipFill>
          <p:spPr>
            <a:xfrm>
              <a:off x="2763387" y="6410995"/>
              <a:ext cx="2040333" cy="450968"/>
            </a:xfrm>
            <a:prstGeom prst="rect">
              <a:avLst/>
            </a:prstGeom>
            <a:noFill/>
            <a:ln>
              <a:noFill/>
            </a:ln>
          </p:spPr>
        </p:pic>
        <p:cxnSp>
          <p:nvCxnSpPr>
            <p:cNvPr id="118" name="Google Shape;118;p18"/>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119" name="Google Shape;119;p18"/>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120" name="Google Shape;120;p18"/>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sp>
        <p:nvSpPr>
          <p:cNvPr id="121" name="Google Shape;121;p18"/>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Title Slide Grey Shield">
  <p:cSld name="Title Slide Grey Shield">
    <p:bg>
      <p:bgPr>
        <a:solidFill>
          <a:schemeClr val="lt1"/>
        </a:solidFill>
        <a:effectLst/>
      </p:bgPr>
    </p:bg>
    <p:spTree>
      <p:nvGrpSpPr>
        <p:cNvPr id="1" name="Shape 122"/>
        <p:cNvGrpSpPr/>
        <p:nvPr/>
      </p:nvGrpSpPr>
      <p:grpSpPr>
        <a:xfrm>
          <a:off x="0" y="0"/>
          <a:ext cx="0" cy="0"/>
          <a:chOff x="0" y="0"/>
          <a:chExt cx="0" cy="0"/>
        </a:xfrm>
      </p:grpSpPr>
      <p:grpSp>
        <p:nvGrpSpPr>
          <p:cNvPr id="123" name="Google Shape;123;p19"/>
          <p:cNvGrpSpPr/>
          <p:nvPr/>
        </p:nvGrpSpPr>
        <p:grpSpPr>
          <a:xfrm>
            <a:off x="5246370" y="-1565329"/>
            <a:ext cx="6288366" cy="8137886"/>
            <a:chOff x="3890639" y="-2045539"/>
            <a:chExt cx="8193228" cy="10603002"/>
          </a:xfrm>
        </p:grpSpPr>
        <p:pic>
          <p:nvPicPr>
            <p:cNvPr id="124" name="Google Shape;124;p19"/>
            <p:cNvPicPr preferRelativeResize="0"/>
            <p:nvPr/>
          </p:nvPicPr>
          <p:blipFill rotWithShape="1">
            <a:blip r:embed="rId2">
              <a:alphaModFix amt="30000"/>
            </a:blip>
            <a:srcRect/>
            <a:stretch/>
          </p:blipFill>
          <p:spPr>
            <a:xfrm>
              <a:off x="3890639" y="-2045539"/>
              <a:ext cx="8193228" cy="10603002"/>
            </a:xfrm>
            <a:prstGeom prst="rect">
              <a:avLst/>
            </a:prstGeom>
            <a:noFill/>
            <a:ln>
              <a:noFill/>
            </a:ln>
          </p:spPr>
        </p:pic>
        <p:pic>
          <p:nvPicPr>
            <p:cNvPr id="125" name="Google Shape;125;p19"/>
            <p:cNvPicPr preferRelativeResize="0"/>
            <p:nvPr/>
          </p:nvPicPr>
          <p:blipFill rotWithShape="1">
            <a:blip r:embed="rId3">
              <a:alphaModFix amt="15000"/>
            </a:blip>
            <a:srcRect/>
            <a:stretch/>
          </p:blipFill>
          <p:spPr>
            <a:xfrm>
              <a:off x="5173001" y="727132"/>
              <a:ext cx="5641848" cy="4936616"/>
            </a:xfrm>
            <a:prstGeom prst="rect">
              <a:avLst/>
            </a:prstGeom>
            <a:noFill/>
            <a:ln>
              <a:noFill/>
            </a:ln>
          </p:spPr>
        </p:pic>
      </p:grpSp>
      <p:sp>
        <p:nvSpPr>
          <p:cNvPr id="126" name="Google Shape;126;p19"/>
          <p:cNvSpPr txBox="1">
            <a:spLocks noGrp="1"/>
          </p:cNvSpPr>
          <p:nvPr>
            <p:ph type="ctrTitle"/>
          </p:nvPr>
        </p:nvSpPr>
        <p:spPr>
          <a:xfrm>
            <a:off x="685800" y="900829"/>
            <a:ext cx="4187952" cy="1790700"/>
          </a:xfrm>
          <a:prstGeom prst="rect">
            <a:avLst/>
          </a:prstGeom>
          <a:noFill/>
          <a:ln>
            <a:noFill/>
          </a:ln>
        </p:spPr>
        <p:txBody>
          <a:bodyPr spcFirstLastPara="1" wrap="square" lIns="0" tIns="34275" rIns="0" bIns="34275" anchor="b" anchorCtr="0">
            <a:normAutofit/>
          </a:bodyPr>
          <a:lstStyle>
            <a:lvl1pPr lvl="0" algn="l">
              <a:lnSpc>
                <a:spcPct val="90000"/>
              </a:lnSpc>
              <a:spcBef>
                <a:spcPts val="0"/>
              </a:spcBef>
              <a:spcAft>
                <a:spcPts val="0"/>
              </a:spcAft>
              <a:buClr>
                <a:schemeClr val="accent1"/>
              </a:buClr>
              <a:buSzPts val="3600"/>
              <a:buFont typeface="Helvetica Neue"/>
              <a:buNone/>
              <a:defRPr sz="3600" b="0" i="0">
                <a:solidFill>
                  <a:schemeClr val="accent1"/>
                </a:solidFill>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grpSp>
        <p:nvGrpSpPr>
          <p:cNvPr id="127" name="Google Shape;127;p19"/>
          <p:cNvGrpSpPr/>
          <p:nvPr/>
        </p:nvGrpSpPr>
        <p:grpSpPr>
          <a:xfrm>
            <a:off x="0" y="4796733"/>
            <a:ext cx="9144000" cy="353192"/>
            <a:chOff x="0" y="6395644"/>
            <a:chExt cx="12192000" cy="470922"/>
          </a:xfrm>
        </p:grpSpPr>
        <p:sp>
          <p:nvSpPr>
            <p:cNvPr id="128" name="Google Shape;128;p19"/>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129" name="Google Shape;129;p19"/>
            <p:cNvPicPr preferRelativeResize="0"/>
            <p:nvPr/>
          </p:nvPicPr>
          <p:blipFill rotWithShape="1">
            <a:blip r:embed="rId4">
              <a:alphaModFix/>
            </a:blip>
            <a:srcRect/>
            <a:stretch/>
          </p:blipFill>
          <p:spPr>
            <a:xfrm>
              <a:off x="703686" y="6407383"/>
              <a:ext cx="2094393" cy="451789"/>
            </a:xfrm>
            <a:prstGeom prst="rect">
              <a:avLst/>
            </a:prstGeom>
            <a:noFill/>
            <a:ln>
              <a:noFill/>
            </a:ln>
          </p:spPr>
        </p:pic>
        <p:pic>
          <p:nvPicPr>
            <p:cNvPr id="130" name="Google Shape;130;p19"/>
            <p:cNvPicPr preferRelativeResize="0"/>
            <p:nvPr/>
          </p:nvPicPr>
          <p:blipFill rotWithShape="1">
            <a:blip r:embed="rId5">
              <a:alphaModFix/>
            </a:blip>
            <a:srcRect/>
            <a:stretch/>
          </p:blipFill>
          <p:spPr>
            <a:xfrm>
              <a:off x="4110607" y="6395644"/>
              <a:ext cx="2088055" cy="462356"/>
            </a:xfrm>
            <a:prstGeom prst="rect">
              <a:avLst/>
            </a:prstGeom>
            <a:noFill/>
            <a:ln>
              <a:noFill/>
            </a:ln>
          </p:spPr>
        </p:pic>
        <p:pic>
          <p:nvPicPr>
            <p:cNvPr id="131" name="Google Shape;131;p19"/>
            <p:cNvPicPr preferRelativeResize="0"/>
            <p:nvPr/>
          </p:nvPicPr>
          <p:blipFill rotWithShape="1">
            <a:blip r:embed="rId6">
              <a:alphaModFix/>
            </a:blip>
            <a:srcRect/>
            <a:stretch/>
          </p:blipFill>
          <p:spPr>
            <a:xfrm>
              <a:off x="2763387" y="6410995"/>
              <a:ext cx="2040333" cy="450968"/>
            </a:xfrm>
            <a:prstGeom prst="rect">
              <a:avLst/>
            </a:prstGeom>
            <a:noFill/>
            <a:ln>
              <a:noFill/>
            </a:ln>
          </p:spPr>
        </p:pic>
        <p:cxnSp>
          <p:nvCxnSpPr>
            <p:cNvPr id="132" name="Google Shape;132;p19"/>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133" name="Google Shape;133;p19"/>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134" name="Google Shape;134;p19"/>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sp>
        <p:nvSpPr>
          <p:cNvPr id="135" name="Google Shape;135;p19"/>
          <p:cNvSpPr txBox="1">
            <a:spLocks noGrp="1"/>
          </p:cNvSpPr>
          <p:nvPr>
            <p:ph type="subTitle" idx="1"/>
          </p:nvPr>
        </p:nvSpPr>
        <p:spPr>
          <a:xfrm>
            <a:off x="712934" y="2760586"/>
            <a:ext cx="4163867" cy="467699"/>
          </a:xfrm>
          <a:prstGeom prst="rect">
            <a:avLst/>
          </a:prstGeom>
          <a:noFill/>
          <a:ln>
            <a:noFill/>
          </a:ln>
        </p:spPr>
        <p:txBody>
          <a:bodyPr spcFirstLastPara="1" wrap="square" lIns="0" tIns="34275" rIns="0" bIns="34275" anchor="t" anchorCtr="0">
            <a:normAutofit/>
          </a:bodyPr>
          <a:lstStyle>
            <a:lvl1pPr lvl="0" algn="l">
              <a:lnSpc>
                <a:spcPct val="90000"/>
              </a:lnSpc>
              <a:spcBef>
                <a:spcPts val="800"/>
              </a:spcBef>
              <a:spcAft>
                <a:spcPts val="0"/>
              </a:spcAft>
              <a:buSzPts val="1400"/>
              <a:buNone/>
              <a:defRPr sz="1400" b="0" i="0">
                <a:solidFill>
                  <a:schemeClr val="dk2"/>
                </a:solidFill>
                <a:latin typeface="Helvetica Neue"/>
                <a:ea typeface="Helvetica Neue"/>
                <a:cs typeface="Helvetica Neue"/>
                <a:sym typeface="Helvetica Neue"/>
              </a:defRPr>
            </a:lvl1pPr>
            <a:lvl2pPr lvl="1" algn="ctr">
              <a:lnSpc>
                <a:spcPct val="90000"/>
              </a:lnSpc>
              <a:spcBef>
                <a:spcPts val="400"/>
              </a:spcBef>
              <a:spcAft>
                <a:spcPts val="0"/>
              </a:spcAft>
              <a:buSzPts val="1500"/>
              <a:buNone/>
              <a:defRPr sz="1500"/>
            </a:lvl2pPr>
            <a:lvl3pPr lvl="2" algn="ctr">
              <a:lnSpc>
                <a:spcPct val="90000"/>
              </a:lnSpc>
              <a:spcBef>
                <a:spcPts val="400"/>
              </a:spcBef>
              <a:spcAft>
                <a:spcPts val="0"/>
              </a:spcAft>
              <a:buSzPts val="1400"/>
              <a:buNone/>
              <a:defRPr sz="1400"/>
            </a:lvl3pPr>
            <a:lvl4pPr lvl="3" algn="ctr">
              <a:lnSpc>
                <a:spcPct val="90000"/>
              </a:lnSpc>
              <a:spcBef>
                <a:spcPts val="400"/>
              </a:spcBef>
              <a:spcAft>
                <a:spcPts val="0"/>
              </a:spcAft>
              <a:buSzPts val="1200"/>
              <a:buNone/>
              <a:defRPr sz="1200"/>
            </a:lvl4pPr>
            <a:lvl5pPr lvl="4" algn="ctr">
              <a:lnSpc>
                <a:spcPct val="90000"/>
              </a:lnSpc>
              <a:spcBef>
                <a:spcPts val="400"/>
              </a:spcBef>
              <a:spcAft>
                <a:spcPts val="0"/>
              </a:spcAft>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 Slide Grey Phoenix">
  <p:cSld name="Title Slide Grey Phoenix">
    <p:bg>
      <p:bgPr>
        <a:solidFill>
          <a:schemeClr val="lt1"/>
        </a:solidFill>
        <a:effectLst/>
      </p:bgPr>
    </p:bg>
    <p:spTree>
      <p:nvGrpSpPr>
        <p:cNvPr id="1" name="Shape 136"/>
        <p:cNvGrpSpPr/>
        <p:nvPr/>
      </p:nvGrpSpPr>
      <p:grpSpPr>
        <a:xfrm>
          <a:off x="0" y="0"/>
          <a:ext cx="0" cy="0"/>
          <a:chOff x="0" y="0"/>
          <a:chExt cx="0" cy="0"/>
        </a:xfrm>
      </p:grpSpPr>
      <p:pic>
        <p:nvPicPr>
          <p:cNvPr id="137" name="Google Shape;137;p20"/>
          <p:cNvPicPr preferRelativeResize="0"/>
          <p:nvPr/>
        </p:nvPicPr>
        <p:blipFill rotWithShape="1">
          <a:blip r:embed="rId2">
            <a:alphaModFix amt="15000"/>
          </a:blip>
          <a:srcRect/>
          <a:stretch/>
        </p:blipFill>
        <p:spPr>
          <a:xfrm>
            <a:off x="6230593" y="562718"/>
            <a:ext cx="4330162" cy="3788891"/>
          </a:xfrm>
          <a:prstGeom prst="rect">
            <a:avLst/>
          </a:prstGeom>
          <a:noFill/>
          <a:ln>
            <a:noFill/>
          </a:ln>
        </p:spPr>
      </p:pic>
      <p:sp>
        <p:nvSpPr>
          <p:cNvPr id="138" name="Google Shape;138;p20"/>
          <p:cNvSpPr txBox="1">
            <a:spLocks noGrp="1"/>
          </p:cNvSpPr>
          <p:nvPr>
            <p:ph type="ctrTitle"/>
          </p:nvPr>
        </p:nvSpPr>
        <p:spPr>
          <a:xfrm>
            <a:off x="685800" y="900829"/>
            <a:ext cx="4187952" cy="1790700"/>
          </a:xfrm>
          <a:prstGeom prst="rect">
            <a:avLst/>
          </a:prstGeom>
          <a:noFill/>
          <a:ln>
            <a:noFill/>
          </a:ln>
        </p:spPr>
        <p:txBody>
          <a:bodyPr spcFirstLastPara="1" wrap="square" lIns="0" tIns="34275" rIns="0" bIns="34275" anchor="b" anchorCtr="0">
            <a:normAutofit/>
          </a:bodyPr>
          <a:lstStyle>
            <a:lvl1pPr lvl="0" algn="l">
              <a:lnSpc>
                <a:spcPct val="90000"/>
              </a:lnSpc>
              <a:spcBef>
                <a:spcPts val="0"/>
              </a:spcBef>
              <a:spcAft>
                <a:spcPts val="0"/>
              </a:spcAft>
              <a:buClr>
                <a:schemeClr val="accent1"/>
              </a:buClr>
              <a:buSzPts val="3600"/>
              <a:buFont typeface="Helvetica Neue"/>
              <a:buNone/>
              <a:defRPr sz="3600" b="0" i="0">
                <a:solidFill>
                  <a:schemeClr val="accent1"/>
                </a:solidFill>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grpSp>
        <p:nvGrpSpPr>
          <p:cNvPr id="139" name="Google Shape;139;p20"/>
          <p:cNvGrpSpPr/>
          <p:nvPr/>
        </p:nvGrpSpPr>
        <p:grpSpPr>
          <a:xfrm>
            <a:off x="0" y="4796733"/>
            <a:ext cx="9144000" cy="353192"/>
            <a:chOff x="0" y="6395644"/>
            <a:chExt cx="12192000" cy="470922"/>
          </a:xfrm>
        </p:grpSpPr>
        <p:sp>
          <p:nvSpPr>
            <p:cNvPr id="140" name="Google Shape;140;p20"/>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141" name="Google Shape;141;p20"/>
            <p:cNvPicPr preferRelativeResize="0"/>
            <p:nvPr/>
          </p:nvPicPr>
          <p:blipFill rotWithShape="1">
            <a:blip r:embed="rId3">
              <a:alphaModFix/>
            </a:blip>
            <a:srcRect/>
            <a:stretch/>
          </p:blipFill>
          <p:spPr>
            <a:xfrm>
              <a:off x="703686" y="6407383"/>
              <a:ext cx="2094393" cy="451789"/>
            </a:xfrm>
            <a:prstGeom prst="rect">
              <a:avLst/>
            </a:prstGeom>
            <a:noFill/>
            <a:ln>
              <a:noFill/>
            </a:ln>
          </p:spPr>
        </p:pic>
        <p:pic>
          <p:nvPicPr>
            <p:cNvPr id="142" name="Google Shape;142;p20"/>
            <p:cNvPicPr preferRelativeResize="0"/>
            <p:nvPr/>
          </p:nvPicPr>
          <p:blipFill rotWithShape="1">
            <a:blip r:embed="rId4">
              <a:alphaModFix/>
            </a:blip>
            <a:srcRect/>
            <a:stretch/>
          </p:blipFill>
          <p:spPr>
            <a:xfrm>
              <a:off x="4110607" y="6395644"/>
              <a:ext cx="2088055" cy="462356"/>
            </a:xfrm>
            <a:prstGeom prst="rect">
              <a:avLst/>
            </a:prstGeom>
            <a:noFill/>
            <a:ln>
              <a:noFill/>
            </a:ln>
          </p:spPr>
        </p:pic>
        <p:pic>
          <p:nvPicPr>
            <p:cNvPr id="143" name="Google Shape;143;p20"/>
            <p:cNvPicPr preferRelativeResize="0"/>
            <p:nvPr/>
          </p:nvPicPr>
          <p:blipFill rotWithShape="1">
            <a:blip r:embed="rId5">
              <a:alphaModFix/>
            </a:blip>
            <a:srcRect/>
            <a:stretch/>
          </p:blipFill>
          <p:spPr>
            <a:xfrm>
              <a:off x="2763387" y="6410995"/>
              <a:ext cx="2040333" cy="450968"/>
            </a:xfrm>
            <a:prstGeom prst="rect">
              <a:avLst/>
            </a:prstGeom>
            <a:noFill/>
            <a:ln>
              <a:noFill/>
            </a:ln>
          </p:spPr>
        </p:pic>
        <p:cxnSp>
          <p:nvCxnSpPr>
            <p:cNvPr id="144" name="Google Shape;144;p20"/>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145" name="Google Shape;145;p20"/>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146" name="Google Shape;146;p20"/>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sp>
        <p:nvSpPr>
          <p:cNvPr id="147" name="Google Shape;147;p20"/>
          <p:cNvSpPr txBox="1">
            <a:spLocks noGrp="1"/>
          </p:cNvSpPr>
          <p:nvPr>
            <p:ph type="subTitle" idx="1"/>
          </p:nvPr>
        </p:nvSpPr>
        <p:spPr>
          <a:xfrm>
            <a:off x="712934" y="2760586"/>
            <a:ext cx="4163867" cy="467699"/>
          </a:xfrm>
          <a:prstGeom prst="rect">
            <a:avLst/>
          </a:prstGeom>
          <a:noFill/>
          <a:ln>
            <a:noFill/>
          </a:ln>
        </p:spPr>
        <p:txBody>
          <a:bodyPr spcFirstLastPara="1" wrap="square" lIns="0" tIns="34275" rIns="0" bIns="34275" anchor="t" anchorCtr="0">
            <a:normAutofit/>
          </a:bodyPr>
          <a:lstStyle>
            <a:lvl1pPr lvl="0" algn="l">
              <a:lnSpc>
                <a:spcPct val="90000"/>
              </a:lnSpc>
              <a:spcBef>
                <a:spcPts val="800"/>
              </a:spcBef>
              <a:spcAft>
                <a:spcPts val="0"/>
              </a:spcAft>
              <a:buSzPts val="1400"/>
              <a:buNone/>
              <a:defRPr sz="1400" b="0" i="0">
                <a:solidFill>
                  <a:schemeClr val="dk2"/>
                </a:solidFill>
                <a:latin typeface="Helvetica Neue"/>
                <a:ea typeface="Helvetica Neue"/>
                <a:cs typeface="Helvetica Neue"/>
                <a:sym typeface="Helvetica Neue"/>
              </a:defRPr>
            </a:lvl1pPr>
            <a:lvl2pPr lvl="1" algn="ctr">
              <a:lnSpc>
                <a:spcPct val="90000"/>
              </a:lnSpc>
              <a:spcBef>
                <a:spcPts val="400"/>
              </a:spcBef>
              <a:spcAft>
                <a:spcPts val="0"/>
              </a:spcAft>
              <a:buSzPts val="1500"/>
              <a:buNone/>
              <a:defRPr sz="1500"/>
            </a:lvl2pPr>
            <a:lvl3pPr lvl="2" algn="ctr">
              <a:lnSpc>
                <a:spcPct val="90000"/>
              </a:lnSpc>
              <a:spcBef>
                <a:spcPts val="400"/>
              </a:spcBef>
              <a:spcAft>
                <a:spcPts val="0"/>
              </a:spcAft>
              <a:buSzPts val="1400"/>
              <a:buNone/>
              <a:defRPr sz="1400"/>
            </a:lvl3pPr>
            <a:lvl4pPr lvl="3" algn="ctr">
              <a:lnSpc>
                <a:spcPct val="90000"/>
              </a:lnSpc>
              <a:spcBef>
                <a:spcPts val="400"/>
              </a:spcBef>
              <a:spcAft>
                <a:spcPts val="0"/>
              </a:spcAft>
              <a:buSzPts val="1200"/>
              <a:buNone/>
              <a:defRPr sz="1200"/>
            </a:lvl4pPr>
            <a:lvl5pPr lvl="4" algn="ctr">
              <a:lnSpc>
                <a:spcPct val="90000"/>
              </a:lnSpc>
              <a:spcBef>
                <a:spcPts val="400"/>
              </a:spcBef>
              <a:spcAft>
                <a:spcPts val="0"/>
              </a:spcAft>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Title Slide Grey Bar">
  <p:cSld name="Title Slide Grey Bar">
    <p:bg>
      <p:bgPr>
        <a:solidFill>
          <a:schemeClr val="lt1"/>
        </a:solidFill>
        <a:effectLst/>
      </p:bgPr>
    </p:bg>
    <p:spTree>
      <p:nvGrpSpPr>
        <p:cNvPr id="1" name="Shape 148"/>
        <p:cNvGrpSpPr/>
        <p:nvPr/>
      </p:nvGrpSpPr>
      <p:grpSpPr>
        <a:xfrm>
          <a:off x="0" y="0"/>
          <a:ext cx="0" cy="0"/>
          <a:chOff x="0" y="0"/>
          <a:chExt cx="0" cy="0"/>
        </a:xfrm>
      </p:grpSpPr>
      <p:grpSp>
        <p:nvGrpSpPr>
          <p:cNvPr id="149" name="Google Shape;149;p21"/>
          <p:cNvGrpSpPr/>
          <p:nvPr/>
        </p:nvGrpSpPr>
        <p:grpSpPr>
          <a:xfrm>
            <a:off x="6233922" y="0"/>
            <a:ext cx="4330162" cy="4800600"/>
            <a:chOff x="5156004" y="0"/>
            <a:chExt cx="5773549" cy="6400800"/>
          </a:xfrm>
        </p:grpSpPr>
        <p:sp>
          <p:nvSpPr>
            <p:cNvPr id="150" name="Google Shape;150;p21"/>
            <p:cNvSpPr/>
            <p:nvPr/>
          </p:nvSpPr>
          <p:spPr>
            <a:xfrm>
              <a:off x="5303520" y="0"/>
              <a:ext cx="3840480" cy="6400800"/>
            </a:xfrm>
            <a:prstGeom prst="rect">
              <a:avLst/>
            </a:prstGeom>
            <a:solidFill>
              <a:schemeClr val="l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Helvetica Neue"/>
                <a:ea typeface="Helvetica Neue"/>
                <a:cs typeface="Helvetica Neue"/>
                <a:sym typeface="Helvetica Neue"/>
              </a:endParaRPr>
            </a:p>
          </p:txBody>
        </p:sp>
        <p:pic>
          <p:nvPicPr>
            <p:cNvPr id="151" name="Google Shape;151;p21"/>
            <p:cNvPicPr preferRelativeResize="0"/>
            <p:nvPr/>
          </p:nvPicPr>
          <p:blipFill rotWithShape="1">
            <a:blip r:embed="rId2">
              <a:alphaModFix amt="15000"/>
            </a:blip>
            <a:srcRect/>
            <a:stretch/>
          </p:blipFill>
          <p:spPr>
            <a:xfrm>
              <a:off x="5156004" y="750290"/>
              <a:ext cx="5773549" cy="5051855"/>
            </a:xfrm>
            <a:prstGeom prst="rect">
              <a:avLst/>
            </a:prstGeom>
            <a:noFill/>
            <a:ln>
              <a:noFill/>
            </a:ln>
          </p:spPr>
        </p:pic>
      </p:grpSp>
      <p:sp>
        <p:nvSpPr>
          <p:cNvPr id="152" name="Google Shape;152;p21"/>
          <p:cNvSpPr txBox="1">
            <a:spLocks noGrp="1"/>
          </p:cNvSpPr>
          <p:nvPr>
            <p:ph type="ctrTitle"/>
          </p:nvPr>
        </p:nvSpPr>
        <p:spPr>
          <a:xfrm>
            <a:off x="685800" y="900829"/>
            <a:ext cx="4187952" cy="1790700"/>
          </a:xfrm>
          <a:prstGeom prst="rect">
            <a:avLst/>
          </a:prstGeom>
          <a:noFill/>
          <a:ln>
            <a:noFill/>
          </a:ln>
        </p:spPr>
        <p:txBody>
          <a:bodyPr spcFirstLastPara="1" wrap="square" lIns="0" tIns="34275" rIns="0" bIns="34275" anchor="b" anchorCtr="0">
            <a:normAutofit/>
          </a:bodyPr>
          <a:lstStyle>
            <a:lvl1pPr lvl="0" algn="l">
              <a:lnSpc>
                <a:spcPct val="90000"/>
              </a:lnSpc>
              <a:spcBef>
                <a:spcPts val="0"/>
              </a:spcBef>
              <a:spcAft>
                <a:spcPts val="0"/>
              </a:spcAft>
              <a:buClr>
                <a:schemeClr val="accent1"/>
              </a:buClr>
              <a:buSzPts val="3600"/>
              <a:buFont typeface="Helvetica Neue"/>
              <a:buNone/>
              <a:defRPr sz="3600" b="0" i="0">
                <a:solidFill>
                  <a:schemeClr val="accent1"/>
                </a:solidFill>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grpSp>
        <p:nvGrpSpPr>
          <p:cNvPr id="153" name="Google Shape;153;p21"/>
          <p:cNvGrpSpPr/>
          <p:nvPr/>
        </p:nvGrpSpPr>
        <p:grpSpPr>
          <a:xfrm>
            <a:off x="0" y="4796733"/>
            <a:ext cx="9144000" cy="353192"/>
            <a:chOff x="0" y="6395644"/>
            <a:chExt cx="12192000" cy="470922"/>
          </a:xfrm>
        </p:grpSpPr>
        <p:sp>
          <p:nvSpPr>
            <p:cNvPr id="154" name="Google Shape;154;p21"/>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155" name="Google Shape;155;p21"/>
            <p:cNvPicPr preferRelativeResize="0"/>
            <p:nvPr/>
          </p:nvPicPr>
          <p:blipFill rotWithShape="1">
            <a:blip r:embed="rId3">
              <a:alphaModFix/>
            </a:blip>
            <a:srcRect/>
            <a:stretch/>
          </p:blipFill>
          <p:spPr>
            <a:xfrm>
              <a:off x="703686" y="6407383"/>
              <a:ext cx="2094393" cy="451789"/>
            </a:xfrm>
            <a:prstGeom prst="rect">
              <a:avLst/>
            </a:prstGeom>
            <a:noFill/>
            <a:ln>
              <a:noFill/>
            </a:ln>
          </p:spPr>
        </p:pic>
        <p:pic>
          <p:nvPicPr>
            <p:cNvPr id="156" name="Google Shape;156;p21"/>
            <p:cNvPicPr preferRelativeResize="0"/>
            <p:nvPr/>
          </p:nvPicPr>
          <p:blipFill rotWithShape="1">
            <a:blip r:embed="rId4">
              <a:alphaModFix/>
            </a:blip>
            <a:srcRect/>
            <a:stretch/>
          </p:blipFill>
          <p:spPr>
            <a:xfrm>
              <a:off x="4110607" y="6395644"/>
              <a:ext cx="2088055" cy="462356"/>
            </a:xfrm>
            <a:prstGeom prst="rect">
              <a:avLst/>
            </a:prstGeom>
            <a:noFill/>
            <a:ln>
              <a:noFill/>
            </a:ln>
          </p:spPr>
        </p:pic>
        <p:pic>
          <p:nvPicPr>
            <p:cNvPr id="157" name="Google Shape;157;p21"/>
            <p:cNvPicPr preferRelativeResize="0"/>
            <p:nvPr/>
          </p:nvPicPr>
          <p:blipFill rotWithShape="1">
            <a:blip r:embed="rId5">
              <a:alphaModFix/>
            </a:blip>
            <a:srcRect/>
            <a:stretch/>
          </p:blipFill>
          <p:spPr>
            <a:xfrm>
              <a:off x="2763387" y="6410995"/>
              <a:ext cx="2040333" cy="450968"/>
            </a:xfrm>
            <a:prstGeom prst="rect">
              <a:avLst/>
            </a:prstGeom>
            <a:noFill/>
            <a:ln>
              <a:noFill/>
            </a:ln>
          </p:spPr>
        </p:pic>
        <p:cxnSp>
          <p:nvCxnSpPr>
            <p:cNvPr id="158" name="Google Shape;158;p21"/>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159" name="Google Shape;159;p21"/>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160" name="Google Shape;160;p21"/>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sp>
        <p:nvSpPr>
          <p:cNvPr id="161" name="Google Shape;161;p21"/>
          <p:cNvSpPr txBox="1">
            <a:spLocks noGrp="1"/>
          </p:cNvSpPr>
          <p:nvPr>
            <p:ph type="subTitle" idx="1"/>
          </p:nvPr>
        </p:nvSpPr>
        <p:spPr>
          <a:xfrm>
            <a:off x="712934" y="2760586"/>
            <a:ext cx="4163867" cy="467699"/>
          </a:xfrm>
          <a:prstGeom prst="rect">
            <a:avLst/>
          </a:prstGeom>
          <a:noFill/>
          <a:ln>
            <a:noFill/>
          </a:ln>
        </p:spPr>
        <p:txBody>
          <a:bodyPr spcFirstLastPara="1" wrap="square" lIns="0" tIns="34275" rIns="0" bIns="34275" anchor="t" anchorCtr="0">
            <a:normAutofit/>
          </a:bodyPr>
          <a:lstStyle>
            <a:lvl1pPr lvl="0" algn="l">
              <a:lnSpc>
                <a:spcPct val="90000"/>
              </a:lnSpc>
              <a:spcBef>
                <a:spcPts val="800"/>
              </a:spcBef>
              <a:spcAft>
                <a:spcPts val="0"/>
              </a:spcAft>
              <a:buSzPts val="1400"/>
              <a:buNone/>
              <a:defRPr sz="1400" b="0" i="0">
                <a:solidFill>
                  <a:schemeClr val="dk2"/>
                </a:solidFill>
                <a:latin typeface="Helvetica Neue"/>
                <a:ea typeface="Helvetica Neue"/>
                <a:cs typeface="Helvetica Neue"/>
                <a:sym typeface="Helvetica Neue"/>
              </a:defRPr>
            </a:lvl1pPr>
            <a:lvl2pPr lvl="1" algn="ctr">
              <a:lnSpc>
                <a:spcPct val="90000"/>
              </a:lnSpc>
              <a:spcBef>
                <a:spcPts val="400"/>
              </a:spcBef>
              <a:spcAft>
                <a:spcPts val="0"/>
              </a:spcAft>
              <a:buSzPts val="1500"/>
              <a:buNone/>
              <a:defRPr sz="1500"/>
            </a:lvl2pPr>
            <a:lvl3pPr lvl="2" algn="ctr">
              <a:lnSpc>
                <a:spcPct val="90000"/>
              </a:lnSpc>
              <a:spcBef>
                <a:spcPts val="400"/>
              </a:spcBef>
              <a:spcAft>
                <a:spcPts val="0"/>
              </a:spcAft>
              <a:buSzPts val="1400"/>
              <a:buNone/>
              <a:defRPr sz="1400"/>
            </a:lvl3pPr>
            <a:lvl4pPr lvl="3" algn="ctr">
              <a:lnSpc>
                <a:spcPct val="90000"/>
              </a:lnSpc>
              <a:spcBef>
                <a:spcPts val="400"/>
              </a:spcBef>
              <a:spcAft>
                <a:spcPts val="0"/>
              </a:spcAft>
              <a:buSzPts val="1200"/>
              <a:buNone/>
              <a:defRPr sz="1200"/>
            </a:lvl4pPr>
            <a:lvl5pPr lvl="4" algn="ctr">
              <a:lnSpc>
                <a:spcPct val="90000"/>
              </a:lnSpc>
              <a:spcBef>
                <a:spcPts val="400"/>
              </a:spcBef>
              <a:spcAft>
                <a:spcPts val="0"/>
              </a:spcAft>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Title Slide Dark Greystone">
  <p:cSld name="Title Slide Dark Greystone">
    <p:bg>
      <p:bgPr>
        <a:solidFill>
          <a:schemeClr val="dk2"/>
        </a:solidFill>
        <a:effectLst/>
      </p:bgPr>
    </p:bg>
    <p:spTree>
      <p:nvGrpSpPr>
        <p:cNvPr id="1" name="Shape 162"/>
        <p:cNvGrpSpPr/>
        <p:nvPr/>
      </p:nvGrpSpPr>
      <p:grpSpPr>
        <a:xfrm>
          <a:off x="0" y="0"/>
          <a:ext cx="0" cy="0"/>
          <a:chOff x="0" y="0"/>
          <a:chExt cx="0" cy="0"/>
        </a:xfrm>
      </p:grpSpPr>
      <p:grpSp>
        <p:nvGrpSpPr>
          <p:cNvPr id="163" name="Google Shape;163;p22"/>
          <p:cNvGrpSpPr/>
          <p:nvPr/>
        </p:nvGrpSpPr>
        <p:grpSpPr>
          <a:xfrm>
            <a:off x="6233922" y="0"/>
            <a:ext cx="4330162" cy="4800600"/>
            <a:chOff x="5156004" y="0"/>
            <a:chExt cx="5773549" cy="6400800"/>
          </a:xfrm>
        </p:grpSpPr>
        <p:sp>
          <p:nvSpPr>
            <p:cNvPr id="164" name="Google Shape;164;p22"/>
            <p:cNvSpPr/>
            <p:nvPr/>
          </p:nvSpPr>
          <p:spPr>
            <a:xfrm>
              <a:off x="5303520" y="0"/>
              <a:ext cx="3732588" cy="6400800"/>
            </a:xfrm>
            <a:prstGeom prst="rect">
              <a:avLst/>
            </a:prstGeom>
            <a:solidFill>
              <a:srgbClr val="A6A6A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Helvetica Neue"/>
                <a:ea typeface="Helvetica Neue"/>
                <a:cs typeface="Helvetica Neue"/>
                <a:sym typeface="Helvetica Neue"/>
              </a:endParaRPr>
            </a:p>
          </p:txBody>
        </p:sp>
        <p:pic>
          <p:nvPicPr>
            <p:cNvPr id="165" name="Google Shape;165;p22"/>
            <p:cNvPicPr preferRelativeResize="0"/>
            <p:nvPr/>
          </p:nvPicPr>
          <p:blipFill rotWithShape="1">
            <a:blip r:embed="rId2">
              <a:alphaModFix amt="30000"/>
            </a:blip>
            <a:srcRect/>
            <a:stretch/>
          </p:blipFill>
          <p:spPr>
            <a:xfrm>
              <a:off x="5156004" y="749809"/>
              <a:ext cx="5773549" cy="5051855"/>
            </a:xfrm>
            <a:prstGeom prst="rect">
              <a:avLst/>
            </a:prstGeom>
            <a:noFill/>
            <a:ln>
              <a:noFill/>
            </a:ln>
          </p:spPr>
        </p:pic>
      </p:grpSp>
      <p:sp>
        <p:nvSpPr>
          <p:cNvPr id="166" name="Google Shape;166;p22"/>
          <p:cNvSpPr txBox="1">
            <a:spLocks noGrp="1"/>
          </p:cNvSpPr>
          <p:nvPr>
            <p:ph type="ctrTitle"/>
          </p:nvPr>
        </p:nvSpPr>
        <p:spPr>
          <a:xfrm>
            <a:off x="685800" y="900829"/>
            <a:ext cx="4187952" cy="1790700"/>
          </a:xfrm>
          <a:prstGeom prst="rect">
            <a:avLst/>
          </a:prstGeom>
          <a:noFill/>
          <a:ln>
            <a:noFill/>
          </a:ln>
        </p:spPr>
        <p:txBody>
          <a:bodyPr spcFirstLastPara="1" wrap="square" lIns="0" tIns="34275" rIns="0" bIns="34275" anchor="b" anchorCtr="0">
            <a:normAutofit/>
          </a:bodyPr>
          <a:lstStyle>
            <a:lvl1pPr lvl="0" algn="l">
              <a:lnSpc>
                <a:spcPct val="90000"/>
              </a:lnSpc>
              <a:spcBef>
                <a:spcPts val="0"/>
              </a:spcBef>
              <a:spcAft>
                <a:spcPts val="0"/>
              </a:spcAft>
              <a:buClr>
                <a:schemeClr val="lt1"/>
              </a:buClr>
              <a:buSzPts val="3600"/>
              <a:buFont typeface="Helvetica Neue"/>
              <a:buNone/>
              <a:defRPr sz="3600" b="0" i="0">
                <a:solidFill>
                  <a:schemeClr val="lt1"/>
                </a:solidFill>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grpSp>
        <p:nvGrpSpPr>
          <p:cNvPr id="167" name="Google Shape;167;p22"/>
          <p:cNvGrpSpPr/>
          <p:nvPr/>
        </p:nvGrpSpPr>
        <p:grpSpPr>
          <a:xfrm>
            <a:off x="0" y="4796733"/>
            <a:ext cx="9144000" cy="353192"/>
            <a:chOff x="0" y="6395644"/>
            <a:chExt cx="12192000" cy="470922"/>
          </a:xfrm>
        </p:grpSpPr>
        <p:sp>
          <p:nvSpPr>
            <p:cNvPr id="168" name="Google Shape;168;p22"/>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169" name="Google Shape;169;p22"/>
            <p:cNvPicPr preferRelativeResize="0"/>
            <p:nvPr/>
          </p:nvPicPr>
          <p:blipFill rotWithShape="1">
            <a:blip r:embed="rId3">
              <a:alphaModFix/>
            </a:blip>
            <a:srcRect/>
            <a:stretch/>
          </p:blipFill>
          <p:spPr>
            <a:xfrm>
              <a:off x="703686" y="6407383"/>
              <a:ext cx="2094393" cy="451789"/>
            </a:xfrm>
            <a:prstGeom prst="rect">
              <a:avLst/>
            </a:prstGeom>
            <a:noFill/>
            <a:ln>
              <a:noFill/>
            </a:ln>
          </p:spPr>
        </p:pic>
        <p:pic>
          <p:nvPicPr>
            <p:cNvPr id="170" name="Google Shape;170;p22"/>
            <p:cNvPicPr preferRelativeResize="0"/>
            <p:nvPr/>
          </p:nvPicPr>
          <p:blipFill rotWithShape="1">
            <a:blip r:embed="rId4">
              <a:alphaModFix/>
            </a:blip>
            <a:srcRect/>
            <a:stretch/>
          </p:blipFill>
          <p:spPr>
            <a:xfrm>
              <a:off x="4110607" y="6395644"/>
              <a:ext cx="2088055" cy="462356"/>
            </a:xfrm>
            <a:prstGeom prst="rect">
              <a:avLst/>
            </a:prstGeom>
            <a:noFill/>
            <a:ln>
              <a:noFill/>
            </a:ln>
          </p:spPr>
        </p:pic>
        <p:pic>
          <p:nvPicPr>
            <p:cNvPr id="171" name="Google Shape;171;p22"/>
            <p:cNvPicPr preferRelativeResize="0"/>
            <p:nvPr/>
          </p:nvPicPr>
          <p:blipFill rotWithShape="1">
            <a:blip r:embed="rId5">
              <a:alphaModFix/>
            </a:blip>
            <a:srcRect/>
            <a:stretch/>
          </p:blipFill>
          <p:spPr>
            <a:xfrm>
              <a:off x="2763387" y="6410995"/>
              <a:ext cx="2040333" cy="450968"/>
            </a:xfrm>
            <a:prstGeom prst="rect">
              <a:avLst/>
            </a:prstGeom>
            <a:noFill/>
            <a:ln>
              <a:noFill/>
            </a:ln>
          </p:spPr>
        </p:pic>
        <p:cxnSp>
          <p:nvCxnSpPr>
            <p:cNvPr id="172" name="Google Shape;172;p22"/>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173" name="Google Shape;173;p22"/>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174" name="Google Shape;174;p22"/>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sp>
        <p:nvSpPr>
          <p:cNvPr id="175" name="Google Shape;175;p22"/>
          <p:cNvSpPr txBox="1">
            <a:spLocks noGrp="1"/>
          </p:cNvSpPr>
          <p:nvPr>
            <p:ph type="subTitle" idx="1"/>
          </p:nvPr>
        </p:nvSpPr>
        <p:spPr>
          <a:xfrm>
            <a:off x="712934" y="2760586"/>
            <a:ext cx="4163867" cy="467699"/>
          </a:xfrm>
          <a:prstGeom prst="rect">
            <a:avLst/>
          </a:prstGeom>
          <a:noFill/>
          <a:ln>
            <a:noFill/>
          </a:ln>
        </p:spPr>
        <p:txBody>
          <a:bodyPr spcFirstLastPara="1" wrap="square" lIns="0" tIns="34275" rIns="0" bIns="34275" anchor="t" anchorCtr="0">
            <a:normAutofit/>
          </a:bodyPr>
          <a:lstStyle>
            <a:lvl1pPr lvl="0" algn="l">
              <a:lnSpc>
                <a:spcPct val="90000"/>
              </a:lnSpc>
              <a:spcBef>
                <a:spcPts val="800"/>
              </a:spcBef>
              <a:spcAft>
                <a:spcPts val="0"/>
              </a:spcAft>
              <a:buSzPts val="1400"/>
              <a:buNone/>
              <a:defRPr sz="1400" b="0" i="0">
                <a:solidFill>
                  <a:schemeClr val="lt1"/>
                </a:solidFill>
                <a:latin typeface="Helvetica Neue"/>
                <a:ea typeface="Helvetica Neue"/>
                <a:cs typeface="Helvetica Neue"/>
                <a:sym typeface="Helvetica Neue"/>
              </a:defRPr>
            </a:lvl1pPr>
            <a:lvl2pPr lvl="1" algn="ctr">
              <a:lnSpc>
                <a:spcPct val="90000"/>
              </a:lnSpc>
              <a:spcBef>
                <a:spcPts val="400"/>
              </a:spcBef>
              <a:spcAft>
                <a:spcPts val="0"/>
              </a:spcAft>
              <a:buSzPts val="1500"/>
              <a:buNone/>
              <a:defRPr sz="1500"/>
            </a:lvl2pPr>
            <a:lvl3pPr lvl="2" algn="ctr">
              <a:lnSpc>
                <a:spcPct val="90000"/>
              </a:lnSpc>
              <a:spcBef>
                <a:spcPts val="400"/>
              </a:spcBef>
              <a:spcAft>
                <a:spcPts val="0"/>
              </a:spcAft>
              <a:buSzPts val="1400"/>
              <a:buNone/>
              <a:defRPr sz="1400"/>
            </a:lvl3pPr>
            <a:lvl4pPr lvl="3" algn="ctr">
              <a:lnSpc>
                <a:spcPct val="90000"/>
              </a:lnSpc>
              <a:spcBef>
                <a:spcPts val="400"/>
              </a:spcBef>
              <a:spcAft>
                <a:spcPts val="0"/>
              </a:spcAft>
              <a:buSzPts val="1200"/>
              <a:buNone/>
              <a:defRPr sz="1200"/>
            </a:lvl4pPr>
            <a:lvl5pPr lvl="4" algn="ctr">
              <a:lnSpc>
                <a:spcPct val="90000"/>
              </a:lnSpc>
              <a:spcBef>
                <a:spcPts val="400"/>
              </a:spcBef>
              <a:spcAft>
                <a:spcPts val="0"/>
              </a:spcAft>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Section Header Light Greystone">
  <p:cSld name="Section Header Light Greystone">
    <p:bg>
      <p:bgPr>
        <a:solidFill>
          <a:schemeClr val="lt2"/>
        </a:solidFill>
        <a:effectLst/>
      </p:bgPr>
    </p:bg>
    <p:spTree>
      <p:nvGrpSpPr>
        <p:cNvPr id="1" name="Shape 176"/>
        <p:cNvGrpSpPr/>
        <p:nvPr/>
      </p:nvGrpSpPr>
      <p:grpSpPr>
        <a:xfrm>
          <a:off x="0" y="0"/>
          <a:ext cx="0" cy="0"/>
          <a:chOff x="0" y="0"/>
          <a:chExt cx="0" cy="0"/>
        </a:xfrm>
      </p:grpSpPr>
      <p:sp>
        <p:nvSpPr>
          <p:cNvPr id="177" name="Google Shape;177;p23"/>
          <p:cNvSpPr txBox="1">
            <a:spLocks noGrp="1"/>
          </p:cNvSpPr>
          <p:nvPr>
            <p:ph type="title"/>
          </p:nvPr>
        </p:nvSpPr>
        <p:spPr>
          <a:xfrm>
            <a:off x="623888" y="1769787"/>
            <a:ext cx="7886700" cy="1936396"/>
          </a:xfrm>
          <a:prstGeom prst="rect">
            <a:avLst/>
          </a:prstGeom>
          <a:noFill/>
          <a:ln>
            <a:noFill/>
          </a:ln>
        </p:spPr>
        <p:txBody>
          <a:bodyPr spcFirstLastPara="1" wrap="square" lIns="0" tIns="34275" rIns="0" bIns="34275" anchor="b" anchorCtr="0">
            <a:normAutofit/>
          </a:bodyPr>
          <a:lstStyle>
            <a:lvl1pPr lvl="0" algn="l">
              <a:lnSpc>
                <a:spcPct val="90000"/>
              </a:lnSpc>
              <a:spcBef>
                <a:spcPts val="0"/>
              </a:spcBef>
              <a:spcAft>
                <a:spcPts val="0"/>
              </a:spcAft>
              <a:buClr>
                <a:schemeClr val="accent1"/>
              </a:buClr>
              <a:buSzPts val="3000"/>
              <a:buFont typeface="Helvetica Neue"/>
              <a:buNone/>
              <a:defRPr sz="3000" b="0" i="0">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78" name="Google Shape;178;p23"/>
          <p:cNvSpPr txBox="1">
            <a:spLocks noGrp="1"/>
          </p:cNvSpPr>
          <p:nvPr>
            <p:ph type="body" idx="1"/>
          </p:nvPr>
        </p:nvSpPr>
        <p:spPr>
          <a:xfrm>
            <a:off x="623888" y="3726424"/>
            <a:ext cx="7886700" cy="694133"/>
          </a:xfrm>
          <a:prstGeom prst="rect">
            <a:avLst/>
          </a:prstGeom>
          <a:noFill/>
          <a:ln>
            <a:noFill/>
          </a:ln>
        </p:spPr>
        <p:txBody>
          <a:bodyPr spcFirstLastPara="1" wrap="square" lIns="0" tIns="34275" rIns="0" bIns="34275" anchor="t" anchorCtr="0">
            <a:normAutofit/>
          </a:bodyPr>
          <a:lstStyle>
            <a:lvl1pPr marL="457200" lvl="0" indent="-228600" algn="l">
              <a:lnSpc>
                <a:spcPct val="90000"/>
              </a:lnSpc>
              <a:spcBef>
                <a:spcPts val="800"/>
              </a:spcBef>
              <a:spcAft>
                <a:spcPts val="0"/>
              </a:spcAft>
              <a:buSzPts val="1400"/>
              <a:buNone/>
              <a:defRPr sz="1400" b="0" i="0">
                <a:solidFill>
                  <a:schemeClr val="dk1"/>
                </a:solidFill>
              </a:defRPr>
            </a:lvl1pPr>
            <a:lvl2pPr marL="914400" lvl="1" indent="-228600" algn="l">
              <a:lnSpc>
                <a:spcPct val="90000"/>
              </a:lnSpc>
              <a:spcBef>
                <a:spcPts val="400"/>
              </a:spcBef>
              <a:spcAft>
                <a:spcPts val="0"/>
              </a:spcAft>
              <a:buSzPts val="1500"/>
              <a:buNone/>
              <a:defRPr sz="1500">
                <a:solidFill>
                  <a:srgbClr val="888888"/>
                </a:solidFill>
              </a:defRPr>
            </a:lvl2pPr>
            <a:lvl3pPr marL="1371600" lvl="2" indent="-228600" algn="l">
              <a:lnSpc>
                <a:spcPct val="90000"/>
              </a:lnSpc>
              <a:spcBef>
                <a:spcPts val="400"/>
              </a:spcBef>
              <a:spcAft>
                <a:spcPts val="0"/>
              </a:spcAft>
              <a:buSzPts val="1400"/>
              <a:buNone/>
              <a:defRPr sz="1400">
                <a:solidFill>
                  <a:srgbClr val="888888"/>
                </a:solidFill>
              </a:defRPr>
            </a:lvl3pPr>
            <a:lvl4pPr marL="1828800" lvl="3" indent="-228600" algn="l">
              <a:lnSpc>
                <a:spcPct val="90000"/>
              </a:lnSpc>
              <a:spcBef>
                <a:spcPts val="400"/>
              </a:spcBef>
              <a:spcAft>
                <a:spcPts val="0"/>
              </a:spcAft>
              <a:buSzPts val="1200"/>
              <a:buNone/>
              <a:defRPr sz="1200">
                <a:solidFill>
                  <a:srgbClr val="888888"/>
                </a:solidFill>
              </a:defRPr>
            </a:lvl4pPr>
            <a:lvl5pPr marL="2286000" lvl="4" indent="-228600" algn="l">
              <a:lnSpc>
                <a:spcPct val="90000"/>
              </a:lnSpc>
              <a:spcBef>
                <a:spcPts val="400"/>
              </a:spcBef>
              <a:spcAft>
                <a:spcPts val="0"/>
              </a:spcAft>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79" name="Google Shape;179;p23"/>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grpSp>
        <p:nvGrpSpPr>
          <p:cNvPr id="180" name="Google Shape;180;p23"/>
          <p:cNvGrpSpPr/>
          <p:nvPr/>
        </p:nvGrpSpPr>
        <p:grpSpPr>
          <a:xfrm>
            <a:off x="0" y="4796733"/>
            <a:ext cx="9144000" cy="353192"/>
            <a:chOff x="0" y="6395644"/>
            <a:chExt cx="12192000" cy="470922"/>
          </a:xfrm>
        </p:grpSpPr>
        <p:sp>
          <p:nvSpPr>
            <p:cNvPr id="181" name="Google Shape;181;p23"/>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182" name="Google Shape;182;p23"/>
            <p:cNvPicPr preferRelativeResize="0"/>
            <p:nvPr/>
          </p:nvPicPr>
          <p:blipFill rotWithShape="1">
            <a:blip r:embed="rId2">
              <a:alphaModFix/>
            </a:blip>
            <a:srcRect/>
            <a:stretch/>
          </p:blipFill>
          <p:spPr>
            <a:xfrm>
              <a:off x="703686" y="6407383"/>
              <a:ext cx="2094393" cy="451789"/>
            </a:xfrm>
            <a:prstGeom prst="rect">
              <a:avLst/>
            </a:prstGeom>
            <a:noFill/>
            <a:ln>
              <a:noFill/>
            </a:ln>
          </p:spPr>
        </p:pic>
        <p:pic>
          <p:nvPicPr>
            <p:cNvPr id="183" name="Google Shape;183;p23"/>
            <p:cNvPicPr preferRelativeResize="0"/>
            <p:nvPr/>
          </p:nvPicPr>
          <p:blipFill rotWithShape="1">
            <a:blip r:embed="rId3">
              <a:alphaModFix/>
            </a:blip>
            <a:srcRect/>
            <a:stretch/>
          </p:blipFill>
          <p:spPr>
            <a:xfrm>
              <a:off x="4110607" y="6395644"/>
              <a:ext cx="2088055" cy="462356"/>
            </a:xfrm>
            <a:prstGeom prst="rect">
              <a:avLst/>
            </a:prstGeom>
            <a:noFill/>
            <a:ln>
              <a:noFill/>
            </a:ln>
          </p:spPr>
        </p:pic>
        <p:pic>
          <p:nvPicPr>
            <p:cNvPr id="184" name="Google Shape;184;p23"/>
            <p:cNvPicPr preferRelativeResize="0"/>
            <p:nvPr/>
          </p:nvPicPr>
          <p:blipFill rotWithShape="1">
            <a:blip r:embed="rId4">
              <a:alphaModFix/>
            </a:blip>
            <a:srcRect/>
            <a:stretch/>
          </p:blipFill>
          <p:spPr>
            <a:xfrm>
              <a:off x="2763387" y="6410995"/>
              <a:ext cx="2040333" cy="450968"/>
            </a:xfrm>
            <a:prstGeom prst="rect">
              <a:avLst/>
            </a:prstGeom>
            <a:noFill/>
            <a:ln>
              <a:noFill/>
            </a:ln>
          </p:spPr>
        </p:pic>
        <p:cxnSp>
          <p:nvCxnSpPr>
            <p:cNvPr id="185" name="Google Shape;185;p23"/>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186" name="Google Shape;186;p23"/>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187" name="Google Shape;187;p23"/>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pic>
        <p:nvPicPr>
          <p:cNvPr id="188" name="Google Shape;188;p23"/>
          <p:cNvPicPr preferRelativeResize="0"/>
          <p:nvPr/>
        </p:nvPicPr>
        <p:blipFill rotWithShape="1">
          <a:blip r:embed="rId5">
            <a:alphaModFix amt="25000"/>
          </a:blip>
          <a:srcRect/>
          <a:stretch/>
        </p:blipFill>
        <p:spPr>
          <a:xfrm>
            <a:off x="7070598" y="0"/>
            <a:ext cx="2877312" cy="2517648"/>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Section Header Maroon">
  <p:cSld name="Section Header Maroon">
    <p:bg>
      <p:bgPr>
        <a:solidFill>
          <a:schemeClr val="lt1"/>
        </a:solidFill>
        <a:effectLst/>
      </p:bgPr>
    </p:bg>
    <p:spTree>
      <p:nvGrpSpPr>
        <p:cNvPr id="1" name="Shape 189"/>
        <p:cNvGrpSpPr/>
        <p:nvPr/>
      </p:nvGrpSpPr>
      <p:grpSpPr>
        <a:xfrm>
          <a:off x="0" y="0"/>
          <a:ext cx="0" cy="0"/>
          <a:chOff x="0" y="0"/>
          <a:chExt cx="0" cy="0"/>
        </a:xfrm>
      </p:grpSpPr>
      <p:sp>
        <p:nvSpPr>
          <p:cNvPr id="190" name="Google Shape;190;p24"/>
          <p:cNvSpPr/>
          <p:nvPr/>
        </p:nvSpPr>
        <p:spPr>
          <a:xfrm>
            <a:off x="0" y="2"/>
            <a:ext cx="9144000" cy="5148928"/>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sp>
        <p:nvSpPr>
          <p:cNvPr id="191" name="Google Shape;191;p24"/>
          <p:cNvSpPr txBox="1">
            <a:spLocks noGrp="1"/>
          </p:cNvSpPr>
          <p:nvPr>
            <p:ph type="body" idx="1"/>
          </p:nvPr>
        </p:nvSpPr>
        <p:spPr>
          <a:xfrm>
            <a:off x="623888" y="3726424"/>
            <a:ext cx="7886700" cy="694133"/>
          </a:xfrm>
          <a:prstGeom prst="rect">
            <a:avLst/>
          </a:prstGeom>
          <a:noFill/>
          <a:ln>
            <a:noFill/>
          </a:ln>
        </p:spPr>
        <p:txBody>
          <a:bodyPr spcFirstLastPara="1" wrap="square" lIns="0" tIns="34275" rIns="0" bIns="34275" anchor="t" anchorCtr="0">
            <a:normAutofit/>
          </a:bodyPr>
          <a:lstStyle>
            <a:lvl1pPr marL="457200" lvl="0" indent="-228600" algn="l">
              <a:lnSpc>
                <a:spcPct val="90000"/>
              </a:lnSpc>
              <a:spcBef>
                <a:spcPts val="800"/>
              </a:spcBef>
              <a:spcAft>
                <a:spcPts val="0"/>
              </a:spcAft>
              <a:buSzPts val="1400"/>
              <a:buNone/>
              <a:defRPr sz="1400" b="0" i="0">
                <a:solidFill>
                  <a:schemeClr val="lt1"/>
                </a:solidFill>
              </a:defRPr>
            </a:lvl1pPr>
            <a:lvl2pPr marL="914400" lvl="1" indent="-228600" algn="l">
              <a:lnSpc>
                <a:spcPct val="90000"/>
              </a:lnSpc>
              <a:spcBef>
                <a:spcPts val="400"/>
              </a:spcBef>
              <a:spcAft>
                <a:spcPts val="0"/>
              </a:spcAft>
              <a:buSzPts val="1500"/>
              <a:buNone/>
              <a:defRPr sz="1500">
                <a:solidFill>
                  <a:srgbClr val="888888"/>
                </a:solidFill>
              </a:defRPr>
            </a:lvl2pPr>
            <a:lvl3pPr marL="1371600" lvl="2" indent="-228600" algn="l">
              <a:lnSpc>
                <a:spcPct val="90000"/>
              </a:lnSpc>
              <a:spcBef>
                <a:spcPts val="400"/>
              </a:spcBef>
              <a:spcAft>
                <a:spcPts val="0"/>
              </a:spcAft>
              <a:buSzPts val="1400"/>
              <a:buNone/>
              <a:defRPr sz="1400">
                <a:solidFill>
                  <a:srgbClr val="888888"/>
                </a:solidFill>
              </a:defRPr>
            </a:lvl3pPr>
            <a:lvl4pPr marL="1828800" lvl="3" indent="-228600" algn="l">
              <a:lnSpc>
                <a:spcPct val="90000"/>
              </a:lnSpc>
              <a:spcBef>
                <a:spcPts val="400"/>
              </a:spcBef>
              <a:spcAft>
                <a:spcPts val="0"/>
              </a:spcAft>
              <a:buSzPts val="1200"/>
              <a:buNone/>
              <a:defRPr sz="1200">
                <a:solidFill>
                  <a:srgbClr val="888888"/>
                </a:solidFill>
              </a:defRPr>
            </a:lvl4pPr>
            <a:lvl5pPr marL="2286000" lvl="4" indent="-228600" algn="l">
              <a:lnSpc>
                <a:spcPct val="90000"/>
              </a:lnSpc>
              <a:spcBef>
                <a:spcPts val="400"/>
              </a:spcBef>
              <a:spcAft>
                <a:spcPts val="0"/>
              </a:spcAft>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92" name="Google Shape;192;p24"/>
          <p:cNvSpPr txBox="1">
            <a:spLocks noGrp="1"/>
          </p:cNvSpPr>
          <p:nvPr>
            <p:ph type="title"/>
          </p:nvPr>
        </p:nvSpPr>
        <p:spPr>
          <a:xfrm>
            <a:off x="623888" y="1769787"/>
            <a:ext cx="7886700" cy="1936396"/>
          </a:xfrm>
          <a:prstGeom prst="rect">
            <a:avLst/>
          </a:prstGeom>
          <a:noFill/>
          <a:ln>
            <a:noFill/>
          </a:ln>
        </p:spPr>
        <p:txBody>
          <a:bodyPr spcFirstLastPara="1" wrap="square" lIns="0" tIns="34275" rIns="0" bIns="34275" anchor="b" anchorCtr="0">
            <a:normAutofit/>
          </a:bodyPr>
          <a:lstStyle>
            <a:lvl1pPr lvl="0" algn="l">
              <a:lnSpc>
                <a:spcPct val="90000"/>
              </a:lnSpc>
              <a:spcBef>
                <a:spcPts val="0"/>
              </a:spcBef>
              <a:spcAft>
                <a:spcPts val="0"/>
              </a:spcAft>
              <a:buClr>
                <a:srgbClr val="F2F2F2"/>
              </a:buClr>
              <a:buSzPts val="3000"/>
              <a:buFont typeface="Helvetica Neue"/>
              <a:buNone/>
              <a:defRPr sz="3000" b="0" i="0">
                <a:solidFill>
                  <a:srgbClr val="F2F2F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3" name="Google Shape;193;p24"/>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grpSp>
        <p:nvGrpSpPr>
          <p:cNvPr id="194" name="Google Shape;194;p24"/>
          <p:cNvGrpSpPr/>
          <p:nvPr/>
        </p:nvGrpSpPr>
        <p:grpSpPr>
          <a:xfrm>
            <a:off x="0" y="4796733"/>
            <a:ext cx="9144000" cy="353192"/>
            <a:chOff x="0" y="6395644"/>
            <a:chExt cx="12192000" cy="470922"/>
          </a:xfrm>
        </p:grpSpPr>
        <p:sp>
          <p:nvSpPr>
            <p:cNvPr id="195" name="Google Shape;195;p24"/>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196" name="Google Shape;196;p24"/>
            <p:cNvPicPr preferRelativeResize="0"/>
            <p:nvPr/>
          </p:nvPicPr>
          <p:blipFill rotWithShape="1">
            <a:blip r:embed="rId2">
              <a:alphaModFix/>
            </a:blip>
            <a:srcRect/>
            <a:stretch/>
          </p:blipFill>
          <p:spPr>
            <a:xfrm>
              <a:off x="703686" y="6407383"/>
              <a:ext cx="2094393" cy="451789"/>
            </a:xfrm>
            <a:prstGeom prst="rect">
              <a:avLst/>
            </a:prstGeom>
            <a:noFill/>
            <a:ln>
              <a:noFill/>
            </a:ln>
          </p:spPr>
        </p:pic>
        <p:pic>
          <p:nvPicPr>
            <p:cNvPr id="197" name="Google Shape;197;p24"/>
            <p:cNvPicPr preferRelativeResize="0"/>
            <p:nvPr/>
          </p:nvPicPr>
          <p:blipFill rotWithShape="1">
            <a:blip r:embed="rId3">
              <a:alphaModFix/>
            </a:blip>
            <a:srcRect/>
            <a:stretch/>
          </p:blipFill>
          <p:spPr>
            <a:xfrm>
              <a:off x="4110607" y="6395644"/>
              <a:ext cx="2088055" cy="462356"/>
            </a:xfrm>
            <a:prstGeom prst="rect">
              <a:avLst/>
            </a:prstGeom>
            <a:noFill/>
            <a:ln>
              <a:noFill/>
            </a:ln>
          </p:spPr>
        </p:pic>
        <p:pic>
          <p:nvPicPr>
            <p:cNvPr id="198" name="Google Shape;198;p24"/>
            <p:cNvPicPr preferRelativeResize="0"/>
            <p:nvPr/>
          </p:nvPicPr>
          <p:blipFill rotWithShape="1">
            <a:blip r:embed="rId4">
              <a:alphaModFix/>
            </a:blip>
            <a:srcRect/>
            <a:stretch/>
          </p:blipFill>
          <p:spPr>
            <a:xfrm>
              <a:off x="2763387" y="6410995"/>
              <a:ext cx="2040333" cy="450968"/>
            </a:xfrm>
            <a:prstGeom prst="rect">
              <a:avLst/>
            </a:prstGeom>
            <a:noFill/>
            <a:ln>
              <a:noFill/>
            </a:ln>
          </p:spPr>
        </p:pic>
        <p:cxnSp>
          <p:nvCxnSpPr>
            <p:cNvPr id="199" name="Google Shape;199;p24"/>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200" name="Google Shape;200;p24"/>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201" name="Google Shape;201;p24"/>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pic>
        <p:nvPicPr>
          <p:cNvPr id="202" name="Google Shape;202;p24"/>
          <p:cNvPicPr preferRelativeResize="0"/>
          <p:nvPr/>
        </p:nvPicPr>
        <p:blipFill rotWithShape="1">
          <a:blip r:embed="rId5">
            <a:alphaModFix amt="50000"/>
          </a:blip>
          <a:srcRect/>
          <a:stretch/>
        </p:blipFill>
        <p:spPr>
          <a:xfrm>
            <a:off x="7070598" y="0"/>
            <a:ext cx="2877312" cy="2517648"/>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03"/>
        <p:cNvGrpSpPr/>
        <p:nvPr/>
      </p:nvGrpSpPr>
      <p:grpSpPr>
        <a:xfrm>
          <a:off x="0" y="0"/>
          <a:ext cx="0" cy="0"/>
          <a:chOff x="0" y="0"/>
          <a:chExt cx="0" cy="0"/>
        </a:xfrm>
      </p:grpSpPr>
      <p:sp>
        <p:nvSpPr>
          <p:cNvPr id="204" name="Google Shape;204;p25"/>
          <p:cNvSpPr txBox="1">
            <a:spLocks noGrp="1"/>
          </p:cNvSpPr>
          <p:nvPr>
            <p:ph type="title"/>
          </p:nvPr>
        </p:nvSpPr>
        <p:spPr>
          <a:xfrm>
            <a:off x="628650" y="0"/>
            <a:ext cx="7886700" cy="984558"/>
          </a:xfrm>
          <a:prstGeom prst="rect">
            <a:avLst/>
          </a:prstGeom>
          <a:noFill/>
          <a:ln>
            <a:noFill/>
          </a:ln>
        </p:spPr>
        <p:txBody>
          <a:bodyPr spcFirstLastPara="1" wrap="square" lIns="0" tIns="34275" rIns="0" bIns="34275" anchor="ctr" anchorCtr="0">
            <a:noAutofit/>
          </a:bodyPr>
          <a:lstStyle>
            <a:lvl1pPr lvl="0" algn="l">
              <a:lnSpc>
                <a:spcPct val="90000"/>
              </a:lnSpc>
              <a:spcBef>
                <a:spcPts val="0"/>
              </a:spcBef>
              <a:spcAft>
                <a:spcPts val="0"/>
              </a:spcAft>
              <a:buClr>
                <a:srgbClr val="800000"/>
              </a:buClr>
              <a:buSzPts val="2700"/>
              <a:buFont typeface="Helvetica Neue"/>
              <a:buNone/>
              <a:defRPr b="0" i="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05" name="Google Shape;205;p25"/>
          <p:cNvSpPr txBox="1">
            <a:spLocks noGrp="1"/>
          </p:cNvSpPr>
          <p:nvPr>
            <p:ph type="body" idx="1"/>
          </p:nvPr>
        </p:nvSpPr>
        <p:spPr>
          <a:xfrm>
            <a:off x="628650" y="1369219"/>
            <a:ext cx="3886200" cy="3263504"/>
          </a:xfrm>
          <a:prstGeom prst="rect">
            <a:avLst/>
          </a:prstGeom>
          <a:noFill/>
          <a:ln>
            <a:noFill/>
          </a:ln>
        </p:spPr>
        <p:txBody>
          <a:bodyPr spcFirstLastPara="1" wrap="square" lIns="0" tIns="34275" rIns="0" bIns="34275" anchor="t" anchorCtr="0">
            <a:noAutofit/>
          </a:bodyPr>
          <a:lstStyle>
            <a:lvl1pPr marL="457200" lvl="0" indent="-342900" algn="l">
              <a:lnSpc>
                <a:spcPct val="90000"/>
              </a:lnSpc>
              <a:spcBef>
                <a:spcPts val="800"/>
              </a:spcBef>
              <a:spcAft>
                <a:spcPts val="0"/>
              </a:spcAft>
              <a:buSzPts val="1800"/>
              <a:buChar char="•"/>
              <a:defRPr sz="1800" b="0" i="0"/>
            </a:lvl1pPr>
            <a:lvl2pPr marL="914400" lvl="1" indent="-323850" algn="l">
              <a:lnSpc>
                <a:spcPct val="90000"/>
              </a:lnSpc>
              <a:spcBef>
                <a:spcPts val="400"/>
              </a:spcBef>
              <a:spcAft>
                <a:spcPts val="0"/>
              </a:spcAft>
              <a:buSzPts val="1500"/>
              <a:buChar char="•"/>
              <a:defRPr sz="1500" b="0" i="0"/>
            </a:lvl2pPr>
            <a:lvl3pPr marL="1371600" lvl="2" indent="-317500" algn="l">
              <a:lnSpc>
                <a:spcPct val="90000"/>
              </a:lnSpc>
              <a:spcBef>
                <a:spcPts val="400"/>
              </a:spcBef>
              <a:spcAft>
                <a:spcPts val="0"/>
              </a:spcAft>
              <a:buSzPts val="1400"/>
              <a:buChar char="•"/>
              <a:defRPr sz="1400" b="0" i="0"/>
            </a:lvl3pPr>
            <a:lvl4pPr marL="1828800" lvl="3" indent="-304800" algn="l">
              <a:lnSpc>
                <a:spcPct val="90000"/>
              </a:lnSpc>
              <a:spcBef>
                <a:spcPts val="400"/>
              </a:spcBef>
              <a:spcAft>
                <a:spcPts val="0"/>
              </a:spcAft>
              <a:buSzPts val="1200"/>
              <a:buChar char="•"/>
              <a:defRPr sz="1200" b="0" i="0"/>
            </a:lvl4pPr>
            <a:lvl5pPr marL="2286000" lvl="4" indent="-298450" algn="l">
              <a:lnSpc>
                <a:spcPct val="90000"/>
              </a:lnSpc>
              <a:spcBef>
                <a:spcPts val="400"/>
              </a:spcBef>
              <a:spcAft>
                <a:spcPts val="0"/>
              </a:spcAft>
              <a:buSzPts val="1100"/>
              <a:buChar char="•"/>
              <a:defRPr sz="1100" b="0" i="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6" name="Google Shape;206;p25"/>
          <p:cNvSpPr txBox="1">
            <a:spLocks noGrp="1"/>
          </p:cNvSpPr>
          <p:nvPr>
            <p:ph type="body" idx="2"/>
          </p:nvPr>
        </p:nvSpPr>
        <p:spPr>
          <a:xfrm>
            <a:off x="4629150" y="1369219"/>
            <a:ext cx="3886200" cy="3263504"/>
          </a:xfrm>
          <a:prstGeom prst="rect">
            <a:avLst/>
          </a:prstGeom>
          <a:noFill/>
          <a:ln>
            <a:noFill/>
          </a:ln>
        </p:spPr>
        <p:txBody>
          <a:bodyPr spcFirstLastPara="1" wrap="square" lIns="0" tIns="34275" rIns="0" bIns="34275" anchor="t" anchorCtr="0">
            <a:noAutofit/>
          </a:bodyPr>
          <a:lstStyle>
            <a:lvl1pPr marL="457200" lvl="0" indent="-342900" algn="l">
              <a:lnSpc>
                <a:spcPct val="90000"/>
              </a:lnSpc>
              <a:spcBef>
                <a:spcPts val="800"/>
              </a:spcBef>
              <a:spcAft>
                <a:spcPts val="0"/>
              </a:spcAft>
              <a:buSzPts val="1800"/>
              <a:buChar char="•"/>
              <a:defRPr sz="1800" b="0" i="0"/>
            </a:lvl1pPr>
            <a:lvl2pPr marL="914400" lvl="1" indent="-323850" algn="l">
              <a:lnSpc>
                <a:spcPct val="90000"/>
              </a:lnSpc>
              <a:spcBef>
                <a:spcPts val="400"/>
              </a:spcBef>
              <a:spcAft>
                <a:spcPts val="0"/>
              </a:spcAft>
              <a:buSzPts val="1500"/>
              <a:buChar char="•"/>
              <a:defRPr sz="1500" b="0" i="0"/>
            </a:lvl2pPr>
            <a:lvl3pPr marL="1371600" lvl="2" indent="-317500" algn="l">
              <a:lnSpc>
                <a:spcPct val="90000"/>
              </a:lnSpc>
              <a:spcBef>
                <a:spcPts val="400"/>
              </a:spcBef>
              <a:spcAft>
                <a:spcPts val="0"/>
              </a:spcAft>
              <a:buSzPts val="1400"/>
              <a:buChar char="•"/>
              <a:defRPr sz="1400" b="0" i="0"/>
            </a:lvl3pPr>
            <a:lvl4pPr marL="1828800" lvl="3" indent="-304800" algn="l">
              <a:lnSpc>
                <a:spcPct val="90000"/>
              </a:lnSpc>
              <a:spcBef>
                <a:spcPts val="400"/>
              </a:spcBef>
              <a:spcAft>
                <a:spcPts val="0"/>
              </a:spcAft>
              <a:buSzPts val="1200"/>
              <a:buChar char="•"/>
              <a:defRPr sz="1200" b="0" i="0"/>
            </a:lvl4pPr>
            <a:lvl5pPr marL="2286000" lvl="4" indent="-298450" algn="l">
              <a:lnSpc>
                <a:spcPct val="90000"/>
              </a:lnSpc>
              <a:spcBef>
                <a:spcPts val="400"/>
              </a:spcBef>
              <a:spcAft>
                <a:spcPts val="0"/>
              </a:spcAft>
              <a:buSzPts val="1100"/>
              <a:buChar char="•"/>
              <a:defRPr sz="1100" b="0" i="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7" name="Google Shape;207;p25"/>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08"/>
        <p:cNvGrpSpPr/>
        <p:nvPr/>
      </p:nvGrpSpPr>
      <p:grpSpPr>
        <a:xfrm>
          <a:off x="0" y="0"/>
          <a:ext cx="0" cy="0"/>
          <a:chOff x="0" y="0"/>
          <a:chExt cx="0" cy="0"/>
        </a:xfrm>
      </p:grpSpPr>
      <p:sp>
        <p:nvSpPr>
          <p:cNvPr id="209" name="Google Shape;209;p26"/>
          <p:cNvSpPr txBox="1">
            <a:spLocks noGrp="1"/>
          </p:cNvSpPr>
          <p:nvPr>
            <p:ph type="title"/>
          </p:nvPr>
        </p:nvSpPr>
        <p:spPr>
          <a:xfrm>
            <a:off x="629841" y="2"/>
            <a:ext cx="7886700" cy="994172"/>
          </a:xfrm>
          <a:prstGeom prst="rect">
            <a:avLst/>
          </a:prstGeom>
          <a:noFill/>
          <a:ln>
            <a:noFill/>
          </a:ln>
        </p:spPr>
        <p:txBody>
          <a:bodyPr spcFirstLastPara="1" wrap="square" lIns="0" tIns="34275" rIns="0" bIns="34275" anchor="ctr" anchorCtr="0">
            <a:noAutofit/>
          </a:bodyPr>
          <a:lstStyle>
            <a:lvl1pPr lvl="0" algn="l">
              <a:lnSpc>
                <a:spcPct val="90000"/>
              </a:lnSpc>
              <a:spcBef>
                <a:spcPts val="0"/>
              </a:spcBef>
              <a:spcAft>
                <a:spcPts val="0"/>
              </a:spcAft>
              <a:buClr>
                <a:srgbClr val="800000"/>
              </a:buClr>
              <a:buSzPts val="2700"/>
              <a:buFont typeface="Helvetica Neue"/>
              <a:buNone/>
              <a:defRPr b="0" i="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10" name="Google Shape;210;p26"/>
          <p:cNvSpPr txBox="1">
            <a:spLocks noGrp="1"/>
          </p:cNvSpPr>
          <p:nvPr>
            <p:ph type="body" idx="1"/>
          </p:nvPr>
        </p:nvSpPr>
        <p:spPr>
          <a:xfrm>
            <a:off x="629842" y="1260872"/>
            <a:ext cx="3868340" cy="617934"/>
          </a:xfrm>
          <a:prstGeom prst="rect">
            <a:avLst/>
          </a:prstGeom>
          <a:noFill/>
          <a:ln>
            <a:noFill/>
          </a:ln>
        </p:spPr>
        <p:txBody>
          <a:bodyPr spcFirstLastPara="1" wrap="square" lIns="0" tIns="34275" rIns="0" bIns="34275" anchor="ctr" anchorCtr="0">
            <a:normAutofit/>
          </a:bodyPr>
          <a:lstStyle>
            <a:lvl1pPr marL="457200" lvl="0" indent="-228600" algn="l">
              <a:lnSpc>
                <a:spcPct val="90000"/>
              </a:lnSpc>
              <a:spcBef>
                <a:spcPts val="800"/>
              </a:spcBef>
              <a:spcAft>
                <a:spcPts val="0"/>
              </a:spcAft>
              <a:buSzPts val="1400"/>
              <a:buNone/>
              <a:defRPr sz="1400" b="0" i="0">
                <a:solidFill>
                  <a:srgbClr val="800000"/>
                </a:solidFill>
              </a:defRPr>
            </a:lvl1pPr>
            <a:lvl2pPr marL="914400" lvl="1" indent="-228600" algn="l">
              <a:lnSpc>
                <a:spcPct val="90000"/>
              </a:lnSpc>
              <a:spcBef>
                <a:spcPts val="400"/>
              </a:spcBef>
              <a:spcAft>
                <a:spcPts val="0"/>
              </a:spcAft>
              <a:buSzPts val="1500"/>
              <a:buNone/>
              <a:defRPr sz="1500" b="1"/>
            </a:lvl2pPr>
            <a:lvl3pPr marL="1371600" lvl="2" indent="-228600" algn="l">
              <a:lnSpc>
                <a:spcPct val="90000"/>
              </a:lnSpc>
              <a:spcBef>
                <a:spcPts val="400"/>
              </a:spcBef>
              <a:spcAft>
                <a:spcPts val="0"/>
              </a:spcAft>
              <a:buSzPts val="1400"/>
              <a:buNone/>
              <a:defRPr sz="1400" b="1"/>
            </a:lvl3pPr>
            <a:lvl4pPr marL="1828800" lvl="3" indent="-228600" algn="l">
              <a:lnSpc>
                <a:spcPct val="90000"/>
              </a:lnSpc>
              <a:spcBef>
                <a:spcPts val="400"/>
              </a:spcBef>
              <a:spcAft>
                <a:spcPts val="0"/>
              </a:spcAft>
              <a:buSzPts val="1200"/>
              <a:buNone/>
              <a:defRPr sz="1200" b="1"/>
            </a:lvl4pPr>
            <a:lvl5pPr marL="2286000" lvl="4" indent="-228600" algn="l">
              <a:lnSpc>
                <a:spcPct val="90000"/>
              </a:lnSpc>
              <a:spcBef>
                <a:spcPts val="400"/>
              </a:spcBef>
              <a:spcAft>
                <a:spcPts val="0"/>
              </a:spcAft>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11" name="Google Shape;211;p26"/>
          <p:cNvSpPr txBox="1">
            <a:spLocks noGrp="1"/>
          </p:cNvSpPr>
          <p:nvPr>
            <p:ph type="body" idx="2"/>
          </p:nvPr>
        </p:nvSpPr>
        <p:spPr>
          <a:xfrm>
            <a:off x="629842" y="1878808"/>
            <a:ext cx="3868340" cy="2550319"/>
          </a:xfrm>
          <a:prstGeom prst="rect">
            <a:avLst/>
          </a:prstGeom>
          <a:noFill/>
          <a:ln>
            <a:noFill/>
          </a:ln>
        </p:spPr>
        <p:txBody>
          <a:bodyPr spcFirstLastPara="1" wrap="square" lIns="0" tIns="34275" rIns="0" bIns="34275" anchor="t" anchorCtr="0">
            <a:noAutofit/>
          </a:bodyPr>
          <a:lstStyle>
            <a:lvl1pPr marL="457200" lvl="0" indent="-342900" algn="l">
              <a:lnSpc>
                <a:spcPct val="90000"/>
              </a:lnSpc>
              <a:spcBef>
                <a:spcPts val="800"/>
              </a:spcBef>
              <a:spcAft>
                <a:spcPts val="0"/>
              </a:spcAft>
              <a:buSzPts val="1800"/>
              <a:buChar char="•"/>
              <a:defRPr sz="1800" b="0" i="0"/>
            </a:lvl1pPr>
            <a:lvl2pPr marL="914400" lvl="1" indent="-323850" algn="l">
              <a:lnSpc>
                <a:spcPct val="90000"/>
              </a:lnSpc>
              <a:spcBef>
                <a:spcPts val="400"/>
              </a:spcBef>
              <a:spcAft>
                <a:spcPts val="0"/>
              </a:spcAft>
              <a:buSzPts val="1500"/>
              <a:buChar char="•"/>
              <a:defRPr sz="1500" b="0" i="0"/>
            </a:lvl2pPr>
            <a:lvl3pPr marL="1371600" lvl="2" indent="-317500" algn="l">
              <a:lnSpc>
                <a:spcPct val="90000"/>
              </a:lnSpc>
              <a:spcBef>
                <a:spcPts val="400"/>
              </a:spcBef>
              <a:spcAft>
                <a:spcPts val="0"/>
              </a:spcAft>
              <a:buSzPts val="1400"/>
              <a:buChar char="•"/>
              <a:defRPr sz="1400" b="0" i="0"/>
            </a:lvl3pPr>
            <a:lvl4pPr marL="1828800" lvl="3" indent="-304800" algn="l">
              <a:lnSpc>
                <a:spcPct val="90000"/>
              </a:lnSpc>
              <a:spcBef>
                <a:spcPts val="400"/>
              </a:spcBef>
              <a:spcAft>
                <a:spcPts val="0"/>
              </a:spcAft>
              <a:buSzPts val="1200"/>
              <a:buChar char="•"/>
              <a:defRPr sz="1200" b="0" i="0"/>
            </a:lvl4pPr>
            <a:lvl5pPr marL="2286000" lvl="4" indent="-298450" algn="l">
              <a:lnSpc>
                <a:spcPct val="90000"/>
              </a:lnSpc>
              <a:spcBef>
                <a:spcPts val="400"/>
              </a:spcBef>
              <a:spcAft>
                <a:spcPts val="0"/>
              </a:spcAft>
              <a:buSzPts val="1100"/>
              <a:buChar char="•"/>
              <a:defRPr sz="1100" b="0" i="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12" name="Google Shape;212;p26"/>
          <p:cNvSpPr txBox="1">
            <a:spLocks noGrp="1"/>
          </p:cNvSpPr>
          <p:nvPr>
            <p:ph type="body" idx="3"/>
          </p:nvPr>
        </p:nvSpPr>
        <p:spPr>
          <a:xfrm>
            <a:off x="4629152" y="1260872"/>
            <a:ext cx="3887391" cy="617934"/>
          </a:xfrm>
          <a:prstGeom prst="rect">
            <a:avLst/>
          </a:prstGeom>
          <a:noFill/>
          <a:ln>
            <a:noFill/>
          </a:ln>
        </p:spPr>
        <p:txBody>
          <a:bodyPr spcFirstLastPara="1" wrap="square" lIns="0" tIns="34275" rIns="0" bIns="34275" anchor="ctr" anchorCtr="0">
            <a:normAutofit/>
          </a:bodyPr>
          <a:lstStyle>
            <a:lvl1pPr marL="457200" lvl="0" indent="-228600" algn="l">
              <a:lnSpc>
                <a:spcPct val="90000"/>
              </a:lnSpc>
              <a:spcBef>
                <a:spcPts val="800"/>
              </a:spcBef>
              <a:spcAft>
                <a:spcPts val="0"/>
              </a:spcAft>
              <a:buSzPts val="1400"/>
              <a:buNone/>
              <a:defRPr sz="1400" b="0" i="0">
                <a:solidFill>
                  <a:srgbClr val="800000"/>
                </a:solidFill>
              </a:defRPr>
            </a:lvl1pPr>
            <a:lvl2pPr marL="914400" lvl="1" indent="-228600" algn="l">
              <a:lnSpc>
                <a:spcPct val="90000"/>
              </a:lnSpc>
              <a:spcBef>
                <a:spcPts val="400"/>
              </a:spcBef>
              <a:spcAft>
                <a:spcPts val="0"/>
              </a:spcAft>
              <a:buSzPts val="1500"/>
              <a:buNone/>
              <a:defRPr sz="1500" b="1"/>
            </a:lvl2pPr>
            <a:lvl3pPr marL="1371600" lvl="2" indent="-228600" algn="l">
              <a:lnSpc>
                <a:spcPct val="90000"/>
              </a:lnSpc>
              <a:spcBef>
                <a:spcPts val="400"/>
              </a:spcBef>
              <a:spcAft>
                <a:spcPts val="0"/>
              </a:spcAft>
              <a:buSzPts val="1400"/>
              <a:buNone/>
              <a:defRPr sz="1400" b="1"/>
            </a:lvl3pPr>
            <a:lvl4pPr marL="1828800" lvl="3" indent="-228600" algn="l">
              <a:lnSpc>
                <a:spcPct val="90000"/>
              </a:lnSpc>
              <a:spcBef>
                <a:spcPts val="400"/>
              </a:spcBef>
              <a:spcAft>
                <a:spcPts val="0"/>
              </a:spcAft>
              <a:buSzPts val="1200"/>
              <a:buNone/>
              <a:defRPr sz="1200" b="1"/>
            </a:lvl4pPr>
            <a:lvl5pPr marL="2286000" lvl="4" indent="-228600" algn="l">
              <a:lnSpc>
                <a:spcPct val="90000"/>
              </a:lnSpc>
              <a:spcBef>
                <a:spcPts val="400"/>
              </a:spcBef>
              <a:spcAft>
                <a:spcPts val="0"/>
              </a:spcAft>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13" name="Google Shape;213;p26"/>
          <p:cNvSpPr txBox="1">
            <a:spLocks noGrp="1"/>
          </p:cNvSpPr>
          <p:nvPr>
            <p:ph type="body" idx="4"/>
          </p:nvPr>
        </p:nvSpPr>
        <p:spPr>
          <a:xfrm>
            <a:off x="4629152" y="1878808"/>
            <a:ext cx="3887391" cy="2550319"/>
          </a:xfrm>
          <a:prstGeom prst="rect">
            <a:avLst/>
          </a:prstGeom>
          <a:noFill/>
          <a:ln>
            <a:noFill/>
          </a:ln>
        </p:spPr>
        <p:txBody>
          <a:bodyPr spcFirstLastPara="1" wrap="square" lIns="0" tIns="34275" rIns="0" bIns="34275" anchor="t" anchorCtr="0">
            <a:noAutofit/>
          </a:bodyPr>
          <a:lstStyle>
            <a:lvl1pPr marL="457200" lvl="0" indent="-342900" algn="l">
              <a:lnSpc>
                <a:spcPct val="90000"/>
              </a:lnSpc>
              <a:spcBef>
                <a:spcPts val="800"/>
              </a:spcBef>
              <a:spcAft>
                <a:spcPts val="0"/>
              </a:spcAft>
              <a:buSzPts val="1800"/>
              <a:buChar char="•"/>
              <a:defRPr sz="1800" b="0" i="0"/>
            </a:lvl1pPr>
            <a:lvl2pPr marL="914400" lvl="1" indent="-323850" algn="l">
              <a:lnSpc>
                <a:spcPct val="90000"/>
              </a:lnSpc>
              <a:spcBef>
                <a:spcPts val="400"/>
              </a:spcBef>
              <a:spcAft>
                <a:spcPts val="0"/>
              </a:spcAft>
              <a:buSzPts val="1500"/>
              <a:buChar char="•"/>
              <a:defRPr sz="1500" b="0" i="0"/>
            </a:lvl2pPr>
            <a:lvl3pPr marL="1371600" lvl="2" indent="-317500" algn="l">
              <a:lnSpc>
                <a:spcPct val="90000"/>
              </a:lnSpc>
              <a:spcBef>
                <a:spcPts val="400"/>
              </a:spcBef>
              <a:spcAft>
                <a:spcPts val="0"/>
              </a:spcAft>
              <a:buSzPts val="1400"/>
              <a:buChar char="•"/>
              <a:defRPr sz="1400" b="0" i="0"/>
            </a:lvl3pPr>
            <a:lvl4pPr marL="1828800" lvl="3" indent="-304800" algn="l">
              <a:lnSpc>
                <a:spcPct val="90000"/>
              </a:lnSpc>
              <a:spcBef>
                <a:spcPts val="400"/>
              </a:spcBef>
              <a:spcAft>
                <a:spcPts val="0"/>
              </a:spcAft>
              <a:buSzPts val="1200"/>
              <a:buChar char="•"/>
              <a:defRPr sz="1200" b="0" i="0"/>
            </a:lvl4pPr>
            <a:lvl5pPr marL="2286000" lvl="4" indent="-298450" algn="l">
              <a:lnSpc>
                <a:spcPct val="90000"/>
              </a:lnSpc>
              <a:spcBef>
                <a:spcPts val="400"/>
              </a:spcBef>
              <a:spcAft>
                <a:spcPts val="0"/>
              </a:spcAft>
              <a:buSzPts val="1100"/>
              <a:buChar char="•"/>
              <a:defRPr sz="1100" b="0" i="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14" name="Google Shape;214;p26"/>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5"/>
        <p:cNvGrpSpPr/>
        <p:nvPr/>
      </p:nvGrpSpPr>
      <p:grpSpPr>
        <a:xfrm>
          <a:off x="0" y="0"/>
          <a:ext cx="0" cy="0"/>
          <a:chOff x="0" y="0"/>
          <a:chExt cx="0" cy="0"/>
        </a:xfrm>
      </p:grpSpPr>
      <p:sp>
        <p:nvSpPr>
          <p:cNvPr id="216" name="Google Shape;216;p27"/>
          <p:cNvSpPr txBox="1">
            <a:spLocks noGrp="1"/>
          </p:cNvSpPr>
          <p:nvPr>
            <p:ph type="title"/>
          </p:nvPr>
        </p:nvSpPr>
        <p:spPr>
          <a:xfrm>
            <a:off x="628650" y="0"/>
            <a:ext cx="7886700" cy="984558"/>
          </a:xfrm>
          <a:prstGeom prst="rect">
            <a:avLst/>
          </a:prstGeom>
          <a:noFill/>
          <a:ln>
            <a:noFill/>
          </a:ln>
        </p:spPr>
        <p:txBody>
          <a:bodyPr spcFirstLastPara="1" wrap="square" lIns="0" tIns="34275" rIns="0" bIns="34275" anchor="ctr" anchorCtr="0">
            <a:noAutofit/>
          </a:bodyPr>
          <a:lstStyle>
            <a:lvl1pPr lvl="0" algn="l">
              <a:lnSpc>
                <a:spcPct val="90000"/>
              </a:lnSpc>
              <a:spcBef>
                <a:spcPts val="0"/>
              </a:spcBef>
              <a:spcAft>
                <a:spcPts val="0"/>
              </a:spcAft>
              <a:buClr>
                <a:srgbClr val="800000"/>
              </a:buClr>
              <a:buSzPts val="2700"/>
              <a:buFont typeface="Helvetica Neue"/>
              <a:buNone/>
              <a:defRPr b="0" i="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17" name="Google Shape;217;p27"/>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8"/>
        <p:cNvGrpSpPr/>
        <p:nvPr/>
      </p:nvGrpSpPr>
      <p:grpSpPr>
        <a:xfrm>
          <a:off x="0" y="0"/>
          <a:ext cx="0" cy="0"/>
          <a:chOff x="0" y="0"/>
          <a:chExt cx="0" cy="0"/>
        </a:xfrm>
      </p:grpSpPr>
      <p:sp>
        <p:nvSpPr>
          <p:cNvPr id="219" name="Google Shape;219;p28"/>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220"/>
        <p:cNvGrpSpPr/>
        <p:nvPr/>
      </p:nvGrpSpPr>
      <p:grpSpPr>
        <a:xfrm>
          <a:off x="0" y="0"/>
          <a:ext cx="0" cy="0"/>
          <a:chOff x="0" y="0"/>
          <a:chExt cx="0" cy="0"/>
        </a:xfrm>
      </p:grpSpPr>
      <p:sp>
        <p:nvSpPr>
          <p:cNvPr id="221" name="Google Shape;221;p29"/>
          <p:cNvSpPr>
            <a:spLocks noGrp="1"/>
          </p:cNvSpPr>
          <p:nvPr>
            <p:ph type="pic" idx="2"/>
          </p:nvPr>
        </p:nvSpPr>
        <p:spPr>
          <a:xfrm>
            <a:off x="628650" y="1358903"/>
            <a:ext cx="5486400" cy="3036887"/>
          </a:xfrm>
          <a:prstGeom prst="rect">
            <a:avLst/>
          </a:prstGeom>
          <a:noFill/>
          <a:ln>
            <a:noFill/>
          </a:ln>
        </p:spPr>
      </p:sp>
      <p:sp>
        <p:nvSpPr>
          <p:cNvPr id="222" name="Google Shape;222;p29"/>
          <p:cNvSpPr txBox="1">
            <a:spLocks noGrp="1"/>
          </p:cNvSpPr>
          <p:nvPr>
            <p:ph type="body" idx="1"/>
          </p:nvPr>
        </p:nvSpPr>
        <p:spPr>
          <a:xfrm>
            <a:off x="6457950" y="1358901"/>
            <a:ext cx="2057400" cy="3042841"/>
          </a:xfrm>
          <a:prstGeom prst="rect">
            <a:avLst/>
          </a:prstGeom>
          <a:noFill/>
          <a:ln>
            <a:noFill/>
          </a:ln>
        </p:spPr>
        <p:txBody>
          <a:bodyPr spcFirstLastPara="1" wrap="square" lIns="0" tIns="34275" rIns="0" bIns="34275" anchor="t" anchorCtr="0">
            <a:noAutofit/>
          </a:bodyPr>
          <a:lstStyle>
            <a:lvl1pPr marL="457200" lvl="0" indent="-228600" algn="l">
              <a:lnSpc>
                <a:spcPct val="90000"/>
              </a:lnSpc>
              <a:spcBef>
                <a:spcPts val="800"/>
              </a:spcBef>
              <a:spcAft>
                <a:spcPts val="0"/>
              </a:spcAft>
              <a:buSzPts val="900"/>
              <a:buNone/>
              <a:defRPr sz="900" b="0" i="0"/>
            </a:lvl1pPr>
            <a:lvl2pPr marL="914400" lvl="1" indent="-228600" algn="l">
              <a:lnSpc>
                <a:spcPct val="90000"/>
              </a:lnSpc>
              <a:spcBef>
                <a:spcPts val="400"/>
              </a:spcBef>
              <a:spcAft>
                <a:spcPts val="0"/>
              </a:spcAft>
              <a:buSzPts val="800"/>
              <a:buNone/>
              <a:defRPr sz="800"/>
            </a:lvl2pPr>
            <a:lvl3pPr marL="1371600" lvl="2" indent="-228600" algn="l">
              <a:lnSpc>
                <a:spcPct val="90000"/>
              </a:lnSpc>
              <a:spcBef>
                <a:spcPts val="400"/>
              </a:spcBef>
              <a:spcAft>
                <a:spcPts val="0"/>
              </a:spcAft>
              <a:buSzPts val="700"/>
              <a:buNone/>
              <a:defRPr sz="700"/>
            </a:lvl3pPr>
            <a:lvl4pPr marL="1828800" lvl="3" indent="-228600" algn="l">
              <a:lnSpc>
                <a:spcPct val="90000"/>
              </a:lnSpc>
              <a:spcBef>
                <a:spcPts val="400"/>
              </a:spcBef>
              <a:spcAft>
                <a:spcPts val="0"/>
              </a:spcAft>
              <a:buSzPts val="600"/>
              <a:buNone/>
              <a:defRPr sz="600"/>
            </a:lvl4pPr>
            <a:lvl5pPr marL="2286000" lvl="4" indent="-228600" algn="l">
              <a:lnSpc>
                <a:spcPct val="90000"/>
              </a:lnSpc>
              <a:spcBef>
                <a:spcPts val="400"/>
              </a:spcBef>
              <a:spcAft>
                <a:spcPts val="0"/>
              </a:spcAft>
              <a:buSzPts val="600"/>
              <a:buNone/>
              <a:defRPr sz="600"/>
            </a:lvl5pPr>
            <a:lvl6pPr marL="2743200" lvl="5" indent="-228600" algn="l">
              <a:lnSpc>
                <a:spcPct val="90000"/>
              </a:lnSpc>
              <a:spcBef>
                <a:spcPts val="400"/>
              </a:spcBef>
              <a:spcAft>
                <a:spcPts val="0"/>
              </a:spcAft>
              <a:buClr>
                <a:schemeClr val="dk1"/>
              </a:buClr>
              <a:buSzPts val="600"/>
              <a:buNone/>
              <a:defRPr sz="600"/>
            </a:lvl6pPr>
            <a:lvl7pPr marL="3200400" lvl="6" indent="-228600" algn="l">
              <a:lnSpc>
                <a:spcPct val="90000"/>
              </a:lnSpc>
              <a:spcBef>
                <a:spcPts val="400"/>
              </a:spcBef>
              <a:spcAft>
                <a:spcPts val="0"/>
              </a:spcAft>
              <a:buClr>
                <a:schemeClr val="dk1"/>
              </a:buClr>
              <a:buSzPts val="600"/>
              <a:buNone/>
              <a:defRPr sz="600"/>
            </a:lvl7pPr>
            <a:lvl8pPr marL="3657600" lvl="7" indent="-228600" algn="l">
              <a:lnSpc>
                <a:spcPct val="90000"/>
              </a:lnSpc>
              <a:spcBef>
                <a:spcPts val="400"/>
              </a:spcBef>
              <a:spcAft>
                <a:spcPts val="0"/>
              </a:spcAft>
              <a:buClr>
                <a:schemeClr val="dk1"/>
              </a:buClr>
              <a:buSzPts val="600"/>
              <a:buNone/>
              <a:defRPr sz="600"/>
            </a:lvl8pPr>
            <a:lvl9pPr marL="4114800" lvl="8" indent="-228600" algn="l">
              <a:lnSpc>
                <a:spcPct val="90000"/>
              </a:lnSpc>
              <a:spcBef>
                <a:spcPts val="400"/>
              </a:spcBef>
              <a:spcAft>
                <a:spcPts val="0"/>
              </a:spcAft>
              <a:buClr>
                <a:schemeClr val="dk1"/>
              </a:buClr>
              <a:buSzPts val="600"/>
              <a:buNone/>
              <a:defRPr sz="600"/>
            </a:lvl9pPr>
          </a:lstStyle>
          <a:p>
            <a:endParaRPr/>
          </a:p>
        </p:txBody>
      </p:sp>
      <p:sp>
        <p:nvSpPr>
          <p:cNvPr id="223" name="Google Shape;223;p29"/>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
        <p:nvSpPr>
          <p:cNvPr id="224" name="Google Shape;224;p29"/>
          <p:cNvSpPr txBox="1">
            <a:spLocks noGrp="1"/>
          </p:cNvSpPr>
          <p:nvPr>
            <p:ph type="title"/>
          </p:nvPr>
        </p:nvSpPr>
        <p:spPr>
          <a:xfrm>
            <a:off x="628650" y="0"/>
            <a:ext cx="7886700" cy="984558"/>
          </a:xfrm>
          <a:prstGeom prst="rect">
            <a:avLst/>
          </a:prstGeom>
          <a:noFill/>
          <a:ln>
            <a:noFill/>
          </a:ln>
        </p:spPr>
        <p:txBody>
          <a:bodyPr spcFirstLastPara="1" wrap="square" lIns="0" tIns="34275" rIns="0" bIns="34275" anchor="ctr" anchorCtr="0">
            <a:noAutofit/>
          </a:bodyPr>
          <a:lstStyle>
            <a:lvl1pPr lvl="0" algn="l">
              <a:lnSpc>
                <a:spcPct val="90000"/>
              </a:lnSpc>
              <a:spcBef>
                <a:spcPts val="0"/>
              </a:spcBef>
              <a:spcAft>
                <a:spcPts val="0"/>
              </a:spcAft>
              <a:buClr>
                <a:srgbClr val="800000"/>
              </a:buClr>
              <a:buSzPts val="2700"/>
              <a:buFont typeface="Helvetica Neue"/>
              <a:buNone/>
              <a:defRPr b="0" i="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3 Picture with Caption">
  <p:cSld name="3 Picture with Caption">
    <p:spTree>
      <p:nvGrpSpPr>
        <p:cNvPr id="1" name="Shape 225"/>
        <p:cNvGrpSpPr/>
        <p:nvPr/>
      </p:nvGrpSpPr>
      <p:grpSpPr>
        <a:xfrm>
          <a:off x="0" y="0"/>
          <a:ext cx="0" cy="0"/>
          <a:chOff x="0" y="0"/>
          <a:chExt cx="0" cy="0"/>
        </a:xfrm>
      </p:grpSpPr>
      <p:sp>
        <p:nvSpPr>
          <p:cNvPr id="226" name="Google Shape;226;p30"/>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
        <p:nvSpPr>
          <p:cNvPr id="227" name="Google Shape;227;p30"/>
          <p:cNvSpPr txBox="1">
            <a:spLocks noGrp="1"/>
          </p:cNvSpPr>
          <p:nvPr>
            <p:ph type="title"/>
          </p:nvPr>
        </p:nvSpPr>
        <p:spPr>
          <a:xfrm>
            <a:off x="628650" y="0"/>
            <a:ext cx="7886700" cy="984558"/>
          </a:xfrm>
          <a:prstGeom prst="rect">
            <a:avLst/>
          </a:prstGeom>
          <a:noFill/>
          <a:ln>
            <a:noFill/>
          </a:ln>
        </p:spPr>
        <p:txBody>
          <a:bodyPr spcFirstLastPara="1" wrap="square" lIns="0" tIns="34275" rIns="0" bIns="34275" anchor="ctr" anchorCtr="0">
            <a:noAutofit/>
          </a:bodyPr>
          <a:lstStyle>
            <a:lvl1pPr lvl="0" algn="l">
              <a:lnSpc>
                <a:spcPct val="90000"/>
              </a:lnSpc>
              <a:spcBef>
                <a:spcPts val="0"/>
              </a:spcBef>
              <a:spcAft>
                <a:spcPts val="0"/>
              </a:spcAft>
              <a:buClr>
                <a:srgbClr val="800000"/>
              </a:buClr>
              <a:buSzPts val="2700"/>
              <a:buFont typeface="Helvetica Neue"/>
              <a:buNone/>
              <a:defRPr b="0" i="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28" name="Google Shape;228;p30"/>
          <p:cNvSpPr>
            <a:spLocks noGrp="1"/>
          </p:cNvSpPr>
          <p:nvPr>
            <p:ph type="pic" idx="2"/>
          </p:nvPr>
        </p:nvSpPr>
        <p:spPr>
          <a:xfrm>
            <a:off x="628652" y="1358900"/>
            <a:ext cx="2517027" cy="1535814"/>
          </a:xfrm>
          <a:prstGeom prst="rect">
            <a:avLst/>
          </a:prstGeom>
          <a:noFill/>
          <a:ln>
            <a:noFill/>
          </a:ln>
        </p:spPr>
      </p:sp>
      <p:sp>
        <p:nvSpPr>
          <p:cNvPr id="229" name="Google Shape;229;p30"/>
          <p:cNvSpPr txBox="1">
            <a:spLocks noGrp="1"/>
          </p:cNvSpPr>
          <p:nvPr>
            <p:ph type="body" idx="1"/>
          </p:nvPr>
        </p:nvSpPr>
        <p:spPr>
          <a:xfrm>
            <a:off x="628651" y="2996299"/>
            <a:ext cx="2517026" cy="846535"/>
          </a:xfrm>
          <a:prstGeom prst="rect">
            <a:avLst/>
          </a:prstGeom>
          <a:noFill/>
          <a:ln>
            <a:noFill/>
          </a:ln>
        </p:spPr>
        <p:txBody>
          <a:bodyPr spcFirstLastPara="1" wrap="square" lIns="0" tIns="34275" rIns="0" bIns="34275" anchor="t" anchorCtr="0">
            <a:noAutofit/>
          </a:bodyPr>
          <a:lstStyle>
            <a:lvl1pPr marL="457200" lvl="0" indent="-228600" algn="l">
              <a:lnSpc>
                <a:spcPct val="90000"/>
              </a:lnSpc>
              <a:spcBef>
                <a:spcPts val="800"/>
              </a:spcBef>
              <a:spcAft>
                <a:spcPts val="0"/>
              </a:spcAft>
              <a:buSzPts val="1200"/>
              <a:buNone/>
              <a:defRPr sz="1200" b="0" i="0"/>
            </a:lvl1pPr>
            <a:lvl2pPr marL="914400" lvl="1" indent="-228600" algn="l">
              <a:lnSpc>
                <a:spcPct val="90000"/>
              </a:lnSpc>
              <a:spcBef>
                <a:spcPts val="400"/>
              </a:spcBef>
              <a:spcAft>
                <a:spcPts val="0"/>
              </a:spcAft>
              <a:buSzPts val="1100"/>
              <a:buNone/>
              <a:defRPr sz="1100"/>
            </a:lvl2pPr>
            <a:lvl3pPr marL="1371600" lvl="2" indent="-228600" algn="l">
              <a:lnSpc>
                <a:spcPct val="90000"/>
              </a:lnSpc>
              <a:spcBef>
                <a:spcPts val="400"/>
              </a:spcBef>
              <a:spcAft>
                <a:spcPts val="0"/>
              </a:spcAft>
              <a:buSzPts val="900"/>
              <a:buNone/>
              <a:defRPr sz="900"/>
            </a:lvl3pPr>
            <a:lvl4pPr marL="1828800" lvl="3" indent="-228600" algn="l">
              <a:lnSpc>
                <a:spcPct val="90000"/>
              </a:lnSpc>
              <a:spcBef>
                <a:spcPts val="400"/>
              </a:spcBef>
              <a:spcAft>
                <a:spcPts val="0"/>
              </a:spcAft>
              <a:buSzPts val="800"/>
              <a:buNone/>
              <a:defRPr sz="800"/>
            </a:lvl4pPr>
            <a:lvl5pPr marL="2286000" lvl="4" indent="-228600" algn="l">
              <a:lnSpc>
                <a:spcPct val="90000"/>
              </a:lnSpc>
              <a:spcBef>
                <a:spcPts val="400"/>
              </a:spcBef>
              <a:spcAft>
                <a:spcPts val="0"/>
              </a:spcAft>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230" name="Google Shape;230;p30"/>
          <p:cNvSpPr txBox="1">
            <a:spLocks noGrp="1"/>
          </p:cNvSpPr>
          <p:nvPr>
            <p:ph type="body" idx="3"/>
          </p:nvPr>
        </p:nvSpPr>
        <p:spPr>
          <a:xfrm>
            <a:off x="3312760" y="2996299"/>
            <a:ext cx="2518478" cy="846535"/>
          </a:xfrm>
          <a:prstGeom prst="rect">
            <a:avLst/>
          </a:prstGeom>
          <a:noFill/>
          <a:ln>
            <a:noFill/>
          </a:ln>
        </p:spPr>
        <p:txBody>
          <a:bodyPr spcFirstLastPara="1" wrap="square" lIns="0" tIns="34275" rIns="0" bIns="34275" anchor="t" anchorCtr="0">
            <a:noAutofit/>
          </a:bodyPr>
          <a:lstStyle>
            <a:lvl1pPr marL="457200" lvl="0" indent="-228600" algn="l">
              <a:lnSpc>
                <a:spcPct val="90000"/>
              </a:lnSpc>
              <a:spcBef>
                <a:spcPts val="800"/>
              </a:spcBef>
              <a:spcAft>
                <a:spcPts val="0"/>
              </a:spcAft>
              <a:buSzPts val="1200"/>
              <a:buNone/>
              <a:defRPr sz="1200" b="0" i="0"/>
            </a:lvl1pPr>
            <a:lvl2pPr marL="914400" lvl="1" indent="-228600" algn="l">
              <a:lnSpc>
                <a:spcPct val="90000"/>
              </a:lnSpc>
              <a:spcBef>
                <a:spcPts val="400"/>
              </a:spcBef>
              <a:spcAft>
                <a:spcPts val="0"/>
              </a:spcAft>
              <a:buSzPts val="1100"/>
              <a:buNone/>
              <a:defRPr sz="1100"/>
            </a:lvl2pPr>
            <a:lvl3pPr marL="1371600" lvl="2" indent="-228600" algn="l">
              <a:lnSpc>
                <a:spcPct val="90000"/>
              </a:lnSpc>
              <a:spcBef>
                <a:spcPts val="400"/>
              </a:spcBef>
              <a:spcAft>
                <a:spcPts val="0"/>
              </a:spcAft>
              <a:buSzPts val="900"/>
              <a:buNone/>
              <a:defRPr sz="900"/>
            </a:lvl3pPr>
            <a:lvl4pPr marL="1828800" lvl="3" indent="-228600" algn="l">
              <a:lnSpc>
                <a:spcPct val="90000"/>
              </a:lnSpc>
              <a:spcBef>
                <a:spcPts val="400"/>
              </a:spcBef>
              <a:spcAft>
                <a:spcPts val="0"/>
              </a:spcAft>
              <a:buSzPts val="800"/>
              <a:buNone/>
              <a:defRPr sz="800"/>
            </a:lvl4pPr>
            <a:lvl5pPr marL="2286000" lvl="4" indent="-228600" algn="l">
              <a:lnSpc>
                <a:spcPct val="90000"/>
              </a:lnSpc>
              <a:spcBef>
                <a:spcPts val="400"/>
              </a:spcBef>
              <a:spcAft>
                <a:spcPts val="0"/>
              </a:spcAft>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231" name="Google Shape;231;p30"/>
          <p:cNvSpPr txBox="1">
            <a:spLocks noGrp="1"/>
          </p:cNvSpPr>
          <p:nvPr>
            <p:ph type="body" idx="4"/>
          </p:nvPr>
        </p:nvSpPr>
        <p:spPr>
          <a:xfrm>
            <a:off x="5996871" y="2996299"/>
            <a:ext cx="2518477" cy="846535"/>
          </a:xfrm>
          <a:prstGeom prst="rect">
            <a:avLst/>
          </a:prstGeom>
          <a:noFill/>
          <a:ln>
            <a:noFill/>
          </a:ln>
        </p:spPr>
        <p:txBody>
          <a:bodyPr spcFirstLastPara="1" wrap="square" lIns="0" tIns="34275" rIns="0" bIns="34275" anchor="t" anchorCtr="0">
            <a:noAutofit/>
          </a:bodyPr>
          <a:lstStyle>
            <a:lvl1pPr marL="457200" lvl="0" indent="-228600" algn="l">
              <a:lnSpc>
                <a:spcPct val="90000"/>
              </a:lnSpc>
              <a:spcBef>
                <a:spcPts val="800"/>
              </a:spcBef>
              <a:spcAft>
                <a:spcPts val="0"/>
              </a:spcAft>
              <a:buSzPts val="1200"/>
              <a:buNone/>
              <a:defRPr sz="1200" b="0" i="0"/>
            </a:lvl1pPr>
            <a:lvl2pPr marL="914400" lvl="1" indent="-228600" algn="l">
              <a:lnSpc>
                <a:spcPct val="90000"/>
              </a:lnSpc>
              <a:spcBef>
                <a:spcPts val="400"/>
              </a:spcBef>
              <a:spcAft>
                <a:spcPts val="0"/>
              </a:spcAft>
              <a:buSzPts val="1100"/>
              <a:buNone/>
              <a:defRPr sz="1100"/>
            </a:lvl2pPr>
            <a:lvl3pPr marL="1371600" lvl="2" indent="-228600" algn="l">
              <a:lnSpc>
                <a:spcPct val="90000"/>
              </a:lnSpc>
              <a:spcBef>
                <a:spcPts val="400"/>
              </a:spcBef>
              <a:spcAft>
                <a:spcPts val="0"/>
              </a:spcAft>
              <a:buSzPts val="900"/>
              <a:buNone/>
              <a:defRPr sz="900"/>
            </a:lvl3pPr>
            <a:lvl4pPr marL="1828800" lvl="3" indent="-228600" algn="l">
              <a:lnSpc>
                <a:spcPct val="90000"/>
              </a:lnSpc>
              <a:spcBef>
                <a:spcPts val="400"/>
              </a:spcBef>
              <a:spcAft>
                <a:spcPts val="0"/>
              </a:spcAft>
              <a:buSzPts val="800"/>
              <a:buNone/>
              <a:defRPr sz="800"/>
            </a:lvl4pPr>
            <a:lvl5pPr marL="2286000" lvl="4" indent="-228600" algn="l">
              <a:lnSpc>
                <a:spcPct val="90000"/>
              </a:lnSpc>
              <a:spcBef>
                <a:spcPts val="400"/>
              </a:spcBef>
              <a:spcAft>
                <a:spcPts val="0"/>
              </a:spcAft>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232" name="Google Shape;232;p30"/>
          <p:cNvSpPr>
            <a:spLocks noGrp="1"/>
          </p:cNvSpPr>
          <p:nvPr>
            <p:ph type="pic" idx="5"/>
          </p:nvPr>
        </p:nvSpPr>
        <p:spPr>
          <a:xfrm>
            <a:off x="3312761" y="1358903"/>
            <a:ext cx="2518479" cy="1536700"/>
          </a:xfrm>
          <a:prstGeom prst="rect">
            <a:avLst/>
          </a:prstGeom>
          <a:noFill/>
          <a:ln>
            <a:noFill/>
          </a:ln>
        </p:spPr>
      </p:sp>
      <p:sp>
        <p:nvSpPr>
          <p:cNvPr id="233" name="Google Shape;233;p30"/>
          <p:cNvSpPr>
            <a:spLocks noGrp="1"/>
          </p:cNvSpPr>
          <p:nvPr>
            <p:ph type="pic" idx="6"/>
          </p:nvPr>
        </p:nvSpPr>
        <p:spPr>
          <a:xfrm>
            <a:off x="5996870" y="1358903"/>
            <a:ext cx="2518479" cy="15367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Picture with Bullets">
  <p:cSld name="Picture with Bullets">
    <p:spTree>
      <p:nvGrpSpPr>
        <p:cNvPr id="1" name="Shape 234"/>
        <p:cNvGrpSpPr/>
        <p:nvPr/>
      </p:nvGrpSpPr>
      <p:grpSpPr>
        <a:xfrm>
          <a:off x="0" y="0"/>
          <a:ext cx="0" cy="0"/>
          <a:chOff x="0" y="0"/>
          <a:chExt cx="0" cy="0"/>
        </a:xfrm>
      </p:grpSpPr>
      <p:sp>
        <p:nvSpPr>
          <p:cNvPr id="235" name="Google Shape;235;p31"/>
          <p:cNvSpPr>
            <a:spLocks noGrp="1"/>
          </p:cNvSpPr>
          <p:nvPr>
            <p:ph type="pic" idx="2"/>
          </p:nvPr>
        </p:nvSpPr>
        <p:spPr>
          <a:xfrm>
            <a:off x="628650" y="1358903"/>
            <a:ext cx="3689350" cy="3036887"/>
          </a:xfrm>
          <a:prstGeom prst="rect">
            <a:avLst/>
          </a:prstGeom>
          <a:noFill/>
          <a:ln>
            <a:noFill/>
          </a:ln>
        </p:spPr>
      </p:sp>
      <p:sp>
        <p:nvSpPr>
          <p:cNvPr id="236" name="Google Shape;236;p31"/>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
        <p:nvSpPr>
          <p:cNvPr id="237" name="Google Shape;237;p31"/>
          <p:cNvSpPr txBox="1">
            <a:spLocks noGrp="1"/>
          </p:cNvSpPr>
          <p:nvPr>
            <p:ph type="body" idx="1"/>
          </p:nvPr>
        </p:nvSpPr>
        <p:spPr>
          <a:xfrm>
            <a:off x="4826003" y="1357313"/>
            <a:ext cx="3689350" cy="3044428"/>
          </a:xfrm>
          <a:prstGeom prst="rect">
            <a:avLst/>
          </a:prstGeom>
          <a:noFill/>
          <a:ln>
            <a:noFill/>
          </a:ln>
        </p:spPr>
        <p:txBody>
          <a:bodyPr spcFirstLastPara="1" wrap="square" lIns="0" tIns="34275" rIns="0" bIns="34275" anchor="t" anchorCtr="0">
            <a:noAutofit/>
          </a:bodyPr>
          <a:lstStyle>
            <a:lvl1pPr marL="457200" lvl="0" indent="-342900" algn="l">
              <a:lnSpc>
                <a:spcPct val="90000"/>
              </a:lnSpc>
              <a:spcBef>
                <a:spcPts val="800"/>
              </a:spcBef>
              <a:spcAft>
                <a:spcPts val="0"/>
              </a:spcAft>
              <a:buSzPts val="1800"/>
              <a:buChar char="•"/>
              <a:defRPr sz="1800" b="0" i="0"/>
            </a:lvl1pPr>
            <a:lvl2pPr marL="914400" lvl="1" indent="-330200" algn="l">
              <a:lnSpc>
                <a:spcPct val="90000"/>
              </a:lnSpc>
              <a:spcBef>
                <a:spcPts val="400"/>
              </a:spcBef>
              <a:spcAft>
                <a:spcPts val="0"/>
              </a:spcAft>
              <a:buSzPts val="1600"/>
              <a:buChar char="•"/>
              <a:defRPr sz="1600" b="0" i="0"/>
            </a:lvl2pPr>
            <a:lvl3pPr marL="1371600" lvl="2" indent="-317500" algn="l">
              <a:lnSpc>
                <a:spcPct val="90000"/>
              </a:lnSpc>
              <a:spcBef>
                <a:spcPts val="400"/>
              </a:spcBef>
              <a:spcAft>
                <a:spcPts val="0"/>
              </a:spcAft>
              <a:buSzPts val="1400"/>
              <a:buChar char="•"/>
              <a:defRPr sz="1400" b="0" i="0"/>
            </a:lvl3pPr>
            <a:lvl4pPr marL="1828800" lvl="3" indent="-298450" algn="l">
              <a:lnSpc>
                <a:spcPct val="90000"/>
              </a:lnSpc>
              <a:spcBef>
                <a:spcPts val="400"/>
              </a:spcBef>
              <a:spcAft>
                <a:spcPts val="0"/>
              </a:spcAft>
              <a:buSzPts val="1100"/>
              <a:buChar char="•"/>
              <a:defRPr sz="1100" b="0" i="0"/>
            </a:lvl4pPr>
            <a:lvl5pPr marL="2286000" lvl="4" indent="-298450" algn="l">
              <a:lnSpc>
                <a:spcPct val="90000"/>
              </a:lnSpc>
              <a:spcBef>
                <a:spcPts val="400"/>
              </a:spcBef>
              <a:spcAft>
                <a:spcPts val="0"/>
              </a:spcAft>
              <a:buSzPts val="1100"/>
              <a:buChar char="•"/>
              <a:defRPr sz="1100" b="0" i="0"/>
            </a:lvl5pPr>
            <a:lvl6pPr marL="2743200" lvl="5" indent="-298450" algn="l">
              <a:lnSpc>
                <a:spcPct val="90000"/>
              </a:lnSpc>
              <a:spcBef>
                <a:spcPts val="400"/>
              </a:spcBef>
              <a:spcAft>
                <a:spcPts val="0"/>
              </a:spcAft>
              <a:buClr>
                <a:schemeClr val="dk1"/>
              </a:buClr>
              <a:buSzPts val="1100"/>
              <a:buChar char="•"/>
              <a:defRPr sz="1100"/>
            </a:lvl6pPr>
            <a:lvl7pPr marL="3200400" lvl="6" indent="-298450" algn="l">
              <a:lnSpc>
                <a:spcPct val="90000"/>
              </a:lnSpc>
              <a:spcBef>
                <a:spcPts val="400"/>
              </a:spcBef>
              <a:spcAft>
                <a:spcPts val="0"/>
              </a:spcAft>
              <a:buClr>
                <a:schemeClr val="dk1"/>
              </a:buClr>
              <a:buSzPts val="1100"/>
              <a:buChar char="•"/>
              <a:defRPr sz="1100"/>
            </a:lvl7pPr>
            <a:lvl8pPr marL="3657600" lvl="7" indent="-298450" algn="l">
              <a:lnSpc>
                <a:spcPct val="90000"/>
              </a:lnSpc>
              <a:spcBef>
                <a:spcPts val="400"/>
              </a:spcBef>
              <a:spcAft>
                <a:spcPts val="0"/>
              </a:spcAft>
              <a:buClr>
                <a:schemeClr val="dk1"/>
              </a:buClr>
              <a:buSzPts val="1100"/>
              <a:buChar char="•"/>
              <a:defRPr sz="1100"/>
            </a:lvl8pPr>
            <a:lvl9pPr marL="4114800" lvl="8" indent="-298450" algn="l">
              <a:lnSpc>
                <a:spcPct val="90000"/>
              </a:lnSpc>
              <a:spcBef>
                <a:spcPts val="400"/>
              </a:spcBef>
              <a:spcAft>
                <a:spcPts val="0"/>
              </a:spcAft>
              <a:buClr>
                <a:schemeClr val="dk1"/>
              </a:buClr>
              <a:buSzPts val="1100"/>
              <a:buChar char="•"/>
              <a:defRPr sz="1100"/>
            </a:lvl9pPr>
          </a:lstStyle>
          <a:p>
            <a:endParaRPr/>
          </a:p>
        </p:txBody>
      </p:sp>
      <p:sp>
        <p:nvSpPr>
          <p:cNvPr id="238" name="Google Shape;238;p31"/>
          <p:cNvSpPr txBox="1">
            <a:spLocks noGrp="1"/>
          </p:cNvSpPr>
          <p:nvPr>
            <p:ph type="title"/>
          </p:nvPr>
        </p:nvSpPr>
        <p:spPr>
          <a:xfrm>
            <a:off x="628650" y="2"/>
            <a:ext cx="7886700" cy="994172"/>
          </a:xfrm>
          <a:prstGeom prst="rect">
            <a:avLst/>
          </a:prstGeom>
          <a:noFill/>
          <a:ln>
            <a:noFill/>
          </a:ln>
        </p:spPr>
        <p:txBody>
          <a:bodyPr spcFirstLastPara="1" wrap="square" lIns="0" tIns="34275" rIns="0" bIns="34275" anchor="ctr" anchorCtr="0">
            <a:noAutofit/>
          </a:bodyPr>
          <a:lstStyle>
            <a:lvl1pPr lvl="0" algn="l">
              <a:lnSpc>
                <a:spcPct val="90000"/>
              </a:lnSpc>
              <a:spcBef>
                <a:spcPts val="0"/>
              </a:spcBef>
              <a:spcAft>
                <a:spcPts val="0"/>
              </a:spcAft>
              <a:buClr>
                <a:srgbClr val="800000"/>
              </a:buClr>
              <a:buSzPts val="2700"/>
              <a:buFont typeface="Helvetica Neue"/>
              <a:buNone/>
              <a:defRPr b="0" i="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4 Picture Stacked">
  <p:cSld name="4 Picture Stacked">
    <p:spTree>
      <p:nvGrpSpPr>
        <p:cNvPr id="1" name="Shape 239"/>
        <p:cNvGrpSpPr/>
        <p:nvPr/>
      </p:nvGrpSpPr>
      <p:grpSpPr>
        <a:xfrm>
          <a:off x="0" y="0"/>
          <a:ext cx="0" cy="0"/>
          <a:chOff x="0" y="0"/>
          <a:chExt cx="0" cy="0"/>
        </a:xfrm>
      </p:grpSpPr>
      <p:sp>
        <p:nvSpPr>
          <p:cNvPr id="240" name="Google Shape;240;p32"/>
          <p:cNvSpPr>
            <a:spLocks noGrp="1"/>
          </p:cNvSpPr>
          <p:nvPr>
            <p:ph type="pic" idx="2"/>
          </p:nvPr>
        </p:nvSpPr>
        <p:spPr>
          <a:xfrm>
            <a:off x="1" y="2423732"/>
            <a:ext cx="4549139" cy="2388192"/>
          </a:xfrm>
          <a:prstGeom prst="rect">
            <a:avLst/>
          </a:prstGeom>
          <a:noFill/>
          <a:ln>
            <a:noFill/>
          </a:ln>
        </p:spPr>
      </p:sp>
      <p:sp>
        <p:nvSpPr>
          <p:cNvPr id="241" name="Google Shape;241;p32"/>
          <p:cNvSpPr>
            <a:spLocks noGrp="1"/>
          </p:cNvSpPr>
          <p:nvPr>
            <p:ph type="pic" idx="3"/>
          </p:nvPr>
        </p:nvSpPr>
        <p:spPr>
          <a:xfrm>
            <a:off x="4594860" y="2423732"/>
            <a:ext cx="4549142" cy="2379726"/>
          </a:xfrm>
          <a:prstGeom prst="rect">
            <a:avLst/>
          </a:prstGeom>
          <a:noFill/>
          <a:ln>
            <a:noFill/>
          </a:ln>
        </p:spPr>
      </p:sp>
      <p:sp>
        <p:nvSpPr>
          <p:cNvPr id="242" name="Google Shape;242;p32"/>
          <p:cNvSpPr>
            <a:spLocks noGrp="1"/>
          </p:cNvSpPr>
          <p:nvPr>
            <p:ph type="pic" idx="4"/>
          </p:nvPr>
        </p:nvSpPr>
        <p:spPr>
          <a:xfrm>
            <a:off x="0" y="1"/>
            <a:ext cx="4549140" cy="2379726"/>
          </a:xfrm>
          <a:prstGeom prst="rect">
            <a:avLst/>
          </a:prstGeom>
          <a:noFill/>
          <a:ln>
            <a:noFill/>
          </a:ln>
        </p:spPr>
      </p:sp>
      <p:sp>
        <p:nvSpPr>
          <p:cNvPr id="243" name="Google Shape;243;p32"/>
          <p:cNvSpPr>
            <a:spLocks noGrp="1"/>
          </p:cNvSpPr>
          <p:nvPr>
            <p:ph type="pic" idx="5"/>
          </p:nvPr>
        </p:nvSpPr>
        <p:spPr>
          <a:xfrm>
            <a:off x="4594860" y="1"/>
            <a:ext cx="4549142" cy="2379726"/>
          </a:xfrm>
          <a:prstGeom prst="rect">
            <a:avLst/>
          </a:prstGeom>
          <a:noFill/>
          <a:ln>
            <a:noFill/>
          </a:ln>
        </p:spPr>
      </p:sp>
      <p:grpSp>
        <p:nvGrpSpPr>
          <p:cNvPr id="244" name="Google Shape;244;p32"/>
          <p:cNvGrpSpPr/>
          <p:nvPr/>
        </p:nvGrpSpPr>
        <p:grpSpPr>
          <a:xfrm>
            <a:off x="0" y="4796733"/>
            <a:ext cx="9144000" cy="353192"/>
            <a:chOff x="0" y="6395644"/>
            <a:chExt cx="12192000" cy="470922"/>
          </a:xfrm>
        </p:grpSpPr>
        <p:sp>
          <p:nvSpPr>
            <p:cNvPr id="245" name="Google Shape;245;p32"/>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246" name="Google Shape;246;p32"/>
            <p:cNvPicPr preferRelativeResize="0"/>
            <p:nvPr/>
          </p:nvPicPr>
          <p:blipFill rotWithShape="1">
            <a:blip r:embed="rId2">
              <a:alphaModFix/>
            </a:blip>
            <a:srcRect/>
            <a:stretch/>
          </p:blipFill>
          <p:spPr>
            <a:xfrm>
              <a:off x="703686" y="6407383"/>
              <a:ext cx="2094393" cy="451789"/>
            </a:xfrm>
            <a:prstGeom prst="rect">
              <a:avLst/>
            </a:prstGeom>
            <a:noFill/>
            <a:ln>
              <a:noFill/>
            </a:ln>
          </p:spPr>
        </p:pic>
        <p:pic>
          <p:nvPicPr>
            <p:cNvPr id="247" name="Google Shape;247;p32"/>
            <p:cNvPicPr preferRelativeResize="0"/>
            <p:nvPr/>
          </p:nvPicPr>
          <p:blipFill rotWithShape="1">
            <a:blip r:embed="rId3">
              <a:alphaModFix/>
            </a:blip>
            <a:srcRect/>
            <a:stretch/>
          </p:blipFill>
          <p:spPr>
            <a:xfrm>
              <a:off x="4110607" y="6395644"/>
              <a:ext cx="2088055" cy="462356"/>
            </a:xfrm>
            <a:prstGeom prst="rect">
              <a:avLst/>
            </a:prstGeom>
            <a:noFill/>
            <a:ln>
              <a:noFill/>
            </a:ln>
          </p:spPr>
        </p:pic>
        <p:pic>
          <p:nvPicPr>
            <p:cNvPr id="248" name="Google Shape;248;p32"/>
            <p:cNvPicPr preferRelativeResize="0"/>
            <p:nvPr/>
          </p:nvPicPr>
          <p:blipFill rotWithShape="1">
            <a:blip r:embed="rId4">
              <a:alphaModFix/>
            </a:blip>
            <a:srcRect/>
            <a:stretch/>
          </p:blipFill>
          <p:spPr>
            <a:xfrm>
              <a:off x="2763387" y="6410995"/>
              <a:ext cx="2040333" cy="450968"/>
            </a:xfrm>
            <a:prstGeom prst="rect">
              <a:avLst/>
            </a:prstGeom>
            <a:noFill/>
            <a:ln>
              <a:noFill/>
            </a:ln>
          </p:spPr>
        </p:pic>
        <p:cxnSp>
          <p:nvCxnSpPr>
            <p:cNvPr id="249" name="Google Shape;249;p32"/>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250" name="Google Shape;250;p32"/>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251" name="Google Shape;251;p32"/>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sp>
        <p:nvSpPr>
          <p:cNvPr id="252" name="Google Shape;252;p32"/>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Picture Full Slide">
  <p:cSld name="Picture Full Slide">
    <p:spTree>
      <p:nvGrpSpPr>
        <p:cNvPr id="1" name="Shape 253"/>
        <p:cNvGrpSpPr/>
        <p:nvPr/>
      </p:nvGrpSpPr>
      <p:grpSpPr>
        <a:xfrm>
          <a:off x="0" y="0"/>
          <a:ext cx="0" cy="0"/>
          <a:chOff x="0" y="0"/>
          <a:chExt cx="0" cy="0"/>
        </a:xfrm>
      </p:grpSpPr>
      <p:sp>
        <p:nvSpPr>
          <p:cNvPr id="254" name="Google Shape;254;p33"/>
          <p:cNvSpPr>
            <a:spLocks noGrp="1"/>
          </p:cNvSpPr>
          <p:nvPr>
            <p:ph type="pic" idx="2"/>
          </p:nvPr>
        </p:nvSpPr>
        <p:spPr>
          <a:xfrm>
            <a:off x="0" y="3"/>
            <a:ext cx="9144000" cy="4784838"/>
          </a:xfrm>
          <a:prstGeom prst="rect">
            <a:avLst/>
          </a:prstGeom>
          <a:noFill/>
          <a:ln>
            <a:noFill/>
          </a:ln>
        </p:spPr>
      </p:sp>
      <p:grpSp>
        <p:nvGrpSpPr>
          <p:cNvPr id="255" name="Google Shape;255;p33"/>
          <p:cNvGrpSpPr/>
          <p:nvPr/>
        </p:nvGrpSpPr>
        <p:grpSpPr>
          <a:xfrm>
            <a:off x="0" y="4796733"/>
            <a:ext cx="9144000" cy="353192"/>
            <a:chOff x="0" y="6395644"/>
            <a:chExt cx="12192000" cy="470922"/>
          </a:xfrm>
        </p:grpSpPr>
        <p:sp>
          <p:nvSpPr>
            <p:cNvPr id="256" name="Google Shape;256;p33"/>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257" name="Google Shape;257;p33"/>
            <p:cNvPicPr preferRelativeResize="0"/>
            <p:nvPr/>
          </p:nvPicPr>
          <p:blipFill rotWithShape="1">
            <a:blip r:embed="rId2">
              <a:alphaModFix/>
            </a:blip>
            <a:srcRect/>
            <a:stretch/>
          </p:blipFill>
          <p:spPr>
            <a:xfrm>
              <a:off x="703686" y="6407383"/>
              <a:ext cx="2094393" cy="451789"/>
            </a:xfrm>
            <a:prstGeom prst="rect">
              <a:avLst/>
            </a:prstGeom>
            <a:noFill/>
            <a:ln>
              <a:noFill/>
            </a:ln>
          </p:spPr>
        </p:pic>
        <p:pic>
          <p:nvPicPr>
            <p:cNvPr id="258" name="Google Shape;258;p33"/>
            <p:cNvPicPr preferRelativeResize="0"/>
            <p:nvPr/>
          </p:nvPicPr>
          <p:blipFill rotWithShape="1">
            <a:blip r:embed="rId3">
              <a:alphaModFix/>
            </a:blip>
            <a:srcRect/>
            <a:stretch/>
          </p:blipFill>
          <p:spPr>
            <a:xfrm>
              <a:off x="4110607" y="6395644"/>
              <a:ext cx="2088055" cy="462356"/>
            </a:xfrm>
            <a:prstGeom prst="rect">
              <a:avLst/>
            </a:prstGeom>
            <a:noFill/>
            <a:ln>
              <a:noFill/>
            </a:ln>
          </p:spPr>
        </p:pic>
        <p:pic>
          <p:nvPicPr>
            <p:cNvPr id="259" name="Google Shape;259;p33"/>
            <p:cNvPicPr preferRelativeResize="0"/>
            <p:nvPr/>
          </p:nvPicPr>
          <p:blipFill rotWithShape="1">
            <a:blip r:embed="rId4">
              <a:alphaModFix/>
            </a:blip>
            <a:srcRect/>
            <a:stretch/>
          </p:blipFill>
          <p:spPr>
            <a:xfrm>
              <a:off x="2763387" y="6410995"/>
              <a:ext cx="2040333" cy="450968"/>
            </a:xfrm>
            <a:prstGeom prst="rect">
              <a:avLst/>
            </a:prstGeom>
            <a:noFill/>
            <a:ln>
              <a:noFill/>
            </a:ln>
          </p:spPr>
        </p:pic>
        <p:cxnSp>
          <p:nvCxnSpPr>
            <p:cNvPr id="260" name="Google Shape;260;p33"/>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261" name="Google Shape;261;p33"/>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262" name="Google Shape;262;p33"/>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sp>
        <p:nvSpPr>
          <p:cNvPr id="263" name="Google Shape;263;p33"/>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Closing Slide Grey Bar">
  <p:cSld name="Closing Slide Grey Bar">
    <p:bg>
      <p:bgPr>
        <a:solidFill>
          <a:schemeClr val="lt1"/>
        </a:solidFill>
        <a:effectLst/>
      </p:bgPr>
    </p:bg>
    <p:spTree>
      <p:nvGrpSpPr>
        <p:cNvPr id="1" name="Shape 264"/>
        <p:cNvGrpSpPr/>
        <p:nvPr/>
      </p:nvGrpSpPr>
      <p:grpSpPr>
        <a:xfrm>
          <a:off x="0" y="0"/>
          <a:ext cx="0" cy="0"/>
          <a:chOff x="0" y="0"/>
          <a:chExt cx="0" cy="0"/>
        </a:xfrm>
      </p:grpSpPr>
      <p:grpSp>
        <p:nvGrpSpPr>
          <p:cNvPr id="265" name="Google Shape;265;p34"/>
          <p:cNvGrpSpPr/>
          <p:nvPr/>
        </p:nvGrpSpPr>
        <p:grpSpPr>
          <a:xfrm>
            <a:off x="6233922" y="0"/>
            <a:ext cx="4330162" cy="4800600"/>
            <a:chOff x="5156004" y="0"/>
            <a:chExt cx="5773549" cy="6400800"/>
          </a:xfrm>
        </p:grpSpPr>
        <p:sp>
          <p:nvSpPr>
            <p:cNvPr id="266" name="Google Shape;266;p34"/>
            <p:cNvSpPr/>
            <p:nvPr/>
          </p:nvSpPr>
          <p:spPr>
            <a:xfrm>
              <a:off x="5303520" y="0"/>
              <a:ext cx="3732588" cy="6400800"/>
            </a:xfrm>
            <a:prstGeom prst="rect">
              <a:avLst/>
            </a:prstGeom>
            <a:solidFill>
              <a:schemeClr val="l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Helvetica Neue"/>
                <a:ea typeface="Helvetica Neue"/>
                <a:cs typeface="Helvetica Neue"/>
                <a:sym typeface="Helvetica Neue"/>
              </a:endParaRPr>
            </a:p>
          </p:txBody>
        </p:sp>
        <p:pic>
          <p:nvPicPr>
            <p:cNvPr id="267" name="Google Shape;267;p34"/>
            <p:cNvPicPr preferRelativeResize="0"/>
            <p:nvPr/>
          </p:nvPicPr>
          <p:blipFill rotWithShape="1">
            <a:blip r:embed="rId2">
              <a:alphaModFix amt="15000"/>
            </a:blip>
            <a:srcRect/>
            <a:stretch/>
          </p:blipFill>
          <p:spPr>
            <a:xfrm>
              <a:off x="5156004" y="750290"/>
              <a:ext cx="5773549" cy="5051855"/>
            </a:xfrm>
            <a:prstGeom prst="rect">
              <a:avLst/>
            </a:prstGeom>
            <a:noFill/>
            <a:ln>
              <a:noFill/>
            </a:ln>
          </p:spPr>
        </p:pic>
      </p:grpSp>
      <p:sp>
        <p:nvSpPr>
          <p:cNvPr id="268" name="Google Shape;268;p34"/>
          <p:cNvSpPr txBox="1">
            <a:spLocks noGrp="1"/>
          </p:cNvSpPr>
          <p:nvPr>
            <p:ph type="body" idx="1"/>
          </p:nvPr>
        </p:nvSpPr>
        <p:spPr>
          <a:xfrm>
            <a:off x="623889" y="1823196"/>
            <a:ext cx="3948112" cy="1493836"/>
          </a:xfrm>
          <a:prstGeom prst="rect">
            <a:avLst/>
          </a:prstGeom>
          <a:noFill/>
          <a:ln>
            <a:noFill/>
          </a:ln>
        </p:spPr>
        <p:txBody>
          <a:bodyPr spcFirstLastPara="1" wrap="square" lIns="0" tIns="34275" rIns="0" bIns="34275" anchor="t" anchorCtr="0">
            <a:normAutofit/>
          </a:bodyPr>
          <a:lstStyle>
            <a:lvl1pPr marL="457200" lvl="0" indent="-228600" algn="l">
              <a:lnSpc>
                <a:spcPct val="90000"/>
              </a:lnSpc>
              <a:spcBef>
                <a:spcPts val="800"/>
              </a:spcBef>
              <a:spcAft>
                <a:spcPts val="0"/>
              </a:spcAft>
              <a:buSzPts val="1400"/>
              <a:buNone/>
              <a:defRPr sz="1400" b="0" i="0">
                <a:solidFill>
                  <a:srgbClr val="767676"/>
                </a:solidFill>
              </a:defRPr>
            </a:lvl1pPr>
            <a:lvl2pPr marL="914400" lvl="1" indent="-228600" algn="l">
              <a:lnSpc>
                <a:spcPct val="90000"/>
              </a:lnSpc>
              <a:spcBef>
                <a:spcPts val="400"/>
              </a:spcBef>
              <a:spcAft>
                <a:spcPts val="0"/>
              </a:spcAft>
              <a:buSzPts val="1500"/>
              <a:buNone/>
              <a:defRPr sz="1500">
                <a:solidFill>
                  <a:srgbClr val="888888"/>
                </a:solidFill>
              </a:defRPr>
            </a:lvl2pPr>
            <a:lvl3pPr marL="1371600" lvl="2" indent="-228600" algn="l">
              <a:lnSpc>
                <a:spcPct val="90000"/>
              </a:lnSpc>
              <a:spcBef>
                <a:spcPts val="400"/>
              </a:spcBef>
              <a:spcAft>
                <a:spcPts val="0"/>
              </a:spcAft>
              <a:buSzPts val="1400"/>
              <a:buNone/>
              <a:defRPr sz="1400">
                <a:solidFill>
                  <a:srgbClr val="888888"/>
                </a:solidFill>
              </a:defRPr>
            </a:lvl3pPr>
            <a:lvl4pPr marL="1828800" lvl="3" indent="-228600" algn="l">
              <a:lnSpc>
                <a:spcPct val="90000"/>
              </a:lnSpc>
              <a:spcBef>
                <a:spcPts val="400"/>
              </a:spcBef>
              <a:spcAft>
                <a:spcPts val="0"/>
              </a:spcAft>
              <a:buSzPts val="1200"/>
              <a:buNone/>
              <a:defRPr sz="1200">
                <a:solidFill>
                  <a:srgbClr val="888888"/>
                </a:solidFill>
              </a:defRPr>
            </a:lvl4pPr>
            <a:lvl5pPr marL="2286000" lvl="4" indent="-228600" algn="l">
              <a:lnSpc>
                <a:spcPct val="90000"/>
              </a:lnSpc>
              <a:spcBef>
                <a:spcPts val="400"/>
              </a:spcBef>
              <a:spcAft>
                <a:spcPts val="0"/>
              </a:spcAft>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grpSp>
        <p:nvGrpSpPr>
          <p:cNvPr id="269" name="Google Shape;269;p34"/>
          <p:cNvGrpSpPr/>
          <p:nvPr/>
        </p:nvGrpSpPr>
        <p:grpSpPr>
          <a:xfrm>
            <a:off x="0" y="4796733"/>
            <a:ext cx="9144000" cy="353192"/>
            <a:chOff x="0" y="6395644"/>
            <a:chExt cx="12192000" cy="470922"/>
          </a:xfrm>
        </p:grpSpPr>
        <p:sp>
          <p:nvSpPr>
            <p:cNvPr id="270" name="Google Shape;270;p34"/>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271" name="Google Shape;271;p34"/>
            <p:cNvPicPr preferRelativeResize="0"/>
            <p:nvPr/>
          </p:nvPicPr>
          <p:blipFill rotWithShape="1">
            <a:blip r:embed="rId3">
              <a:alphaModFix/>
            </a:blip>
            <a:srcRect/>
            <a:stretch/>
          </p:blipFill>
          <p:spPr>
            <a:xfrm>
              <a:off x="703686" y="6407383"/>
              <a:ext cx="2094393" cy="451789"/>
            </a:xfrm>
            <a:prstGeom prst="rect">
              <a:avLst/>
            </a:prstGeom>
            <a:noFill/>
            <a:ln>
              <a:noFill/>
            </a:ln>
          </p:spPr>
        </p:pic>
        <p:pic>
          <p:nvPicPr>
            <p:cNvPr id="272" name="Google Shape;272;p34"/>
            <p:cNvPicPr preferRelativeResize="0"/>
            <p:nvPr/>
          </p:nvPicPr>
          <p:blipFill rotWithShape="1">
            <a:blip r:embed="rId4">
              <a:alphaModFix/>
            </a:blip>
            <a:srcRect/>
            <a:stretch/>
          </p:blipFill>
          <p:spPr>
            <a:xfrm>
              <a:off x="4110607" y="6395644"/>
              <a:ext cx="2088055" cy="462356"/>
            </a:xfrm>
            <a:prstGeom prst="rect">
              <a:avLst/>
            </a:prstGeom>
            <a:noFill/>
            <a:ln>
              <a:noFill/>
            </a:ln>
          </p:spPr>
        </p:pic>
        <p:pic>
          <p:nvPicPr>
            <p:cNvPr id="273" name="Google Shape;273;p34"/>
            <p:cNvPicPr preferRelativeResize="0"/>
            <p:nvPr/>
          </p:nvPicPr>
          <p:blipFill rotWithShape="1">
            <a:blip r:embed="rId5">
              <a:alphaModFix/>
            </a:blip>
            <a:srcRect/>
            <a:stretch/>
          </p:blipFill>
          <p:spPr>
            <a:xfrm>
              <a:off x="2763387" y="6410995"/>
              <a:ext cx="2040333" cy="450968"/>
            </a:xfrm>
            <a:prstGeom prst="rect">
              <a:avLst/>
            </a:prstGeom>
            <a:noFill/>
            <a:ln>
              <a:noFill/>
            </a:ln>
          </p:spPr>
        </p:pic>
        <p:cxnSp>
          <p:nvCxnSpPr>
            <p:cNvPr id="274" name="Google Shape;274;p34"/>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275" name="Google Shape;275;p34"/>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276" name="Google Shape;276;p34"/>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sp>
        <p:nvSpPr>
          <p:cNvPr id="277" name="Google Shape;277;p34"/>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Closing Slide Shield">
  <p:cSld name="Closing Slide Shield">
    <p:bg>
      <p:bgPr>
        <a:solidFill>
          <a:schemeClr val="lt1"/>
        </a:solidFill>
        <a:effectLst/>
      </p:bgPr>
    </p:bg>
    <p:spTree>
      <p:nvGrpSpPr>
        <p:cNvPr id="1" name="Shape 278"/>
        <p:cNvGrpSpPr/>
        <p:nvPr/>
      </p:nvGrpSpPr>
      <p:grpSpPr>
        <a:xfrm>
          <a:off x="0" y="0"/>
          <a:ext cx="0" cy="0"/>
          <a:chOff x="0" y="0"/>
          <a:chExt cx="0" cy="0"/>
        </a:xfrm>
      </p:grpSpPr>
      <p:grpSp>
        <p:nvGrpSpPr>
          <p:cNvPr id="279" name="Google Shape;279;p35"/>
          <p:cNvGrpSpPr/>
          <p:nvPr/>
        </p:nvGrpSpPr>
        <p:grpSpPr>
          <a:xfrm>
            <a:off x="5246370" y="-1565329"/>
            <a:ext cx="6288366" cy="8137886"/>
            <a:chOff x="3890639" y="-2045539"/>
            <a:chExt cx="8193228" cy="10603002"/>
          </a:xfrm>
        </p:grpSpPr>
        <p:pic>
          <p:nvPicPr>
            <p:cNvPr id="280" name="Google Shape;280;p35"/>
            <p:cNvPicPr preferRelativeResize="0"/>
            <p:nvPr/>
          </p:nvPicPr>
          <p:blipFill rotWithShape="1">
            <a:blip r:embed="rId2">
              <a:alphaModFix amt="30000"/>
            </a:blip>
            <a:srcRect/>
            <a:stretch/>
          </p:blipFill>
          <p:spPr>
            <a:xfrm>
              <a:off x="3890639" y="-2045539"/>
              <a:ext cx="8193228" cy="10603002"/>
            </a:xfrm>
            <a:prstGeom prst="rect">
              <a:avLst/>
            </a:prstGeom>
            <a:noFill/>
            <a:ln>
              <a:noFill/>
            </a:ln>
          </p:spPr>
        </p:pic>
        <p:pic>
          <p:nvPicPr>
            <p:cNvPr id="281" name="Google Shape;281;p35"/>
            <p:cNvPicPr preferRelativeResize="0"/>
            <p:nvPr/>
          </p:nvPicPr>
          <p:blipFill rotWithShape="1">
            <a:blip r:embed="rId3">
              <a:alphaModFix amt="15000"/>
            </a:blip>
            <a:srcRect/>
            <a:stretch/>
          </p:blipFill>
          <p:spPr>
            <a:xfrm>
              <a:off x="5173001" y="727132"/>
              <a:ext cx="5641848" cy="4936616"/>
            </a:xfrm>
            <a:prstGeom prst="rect">
              <a:avLst/>
            </a:prstGeom>
            <a:noFill/>
            <a:ln>
              <a:noFill/>
            </a:ln>
          </p:spPr>
        </p:pic>
      </p:grpSp>
      <p:sp>
        <p:nvSpPr>
          <p:cNvPr id="282" name="Google Shape;282;p35"/>
          <p:cNvSpPr txBox="1">
            <a:spLocks noGrp="1"/>
          </p:cNvSpPr>
          <p:nvPr>
            <p:ph type="body" idx="1"/>
          </p:nvPr>
        </p:nvSpPr>
        <p:spPr>
          <a:xfrm>
            <a:off x="623889" y="1823196"/>
            <a:ext cx="3948112" cy="1493836"/>
          </a:xfrm>
          <a:prstGeom prst="rect">
            <a:avLst/>
          </a:prstGeom>
          <a:noFill/>
          <a:ln>
            <a:noFill/>
          </a:ln>
        </p:spPr>
        <p:txBody>
          <a:bodyPr spcFirstLastPara="1" wrap="square" lIns="0" tIns="34275" rIns="0" bIns="34275" anchor="t" anchorCtr="0">
            <a:normAutofit/>
          </a:bodyPr>
          <a:lstStyle>
            <a:lvl1pPr marL="457200" lvl="0" indent="-228600" algn="l">
              <a:lnSpc>
                <a:spcPct val="90000"/>
              </a:lnSpc>
              <a:spcBef>
                <a:spcPts val="800"/>
              </a:spcBef>
              <a:spcAft>
                <a:spcPts val="0"/>
              </a:spcAft>
              <a:buSzPts val="1400"/>
              <a:buNone/>
              <a:defRPr sz="1400" b="0" i="0">
                <a:solidFill>
                  <a:srgbClr val="767676"/>
                </a:solidFill>
              </a:defRPr>
            </a:lvl1pPr>
            <a:lvl2pPr marL="914400" lvl="1" indent="-228600" algn="l">
              <a:lnSpc>
                <a:spcPct val="90000"/>
              </a:lnSpc>
              <a:spcBef>
                <a:spcPts val="400"/>
              </a:spcBef>
              <a:spcAft>
                <a:spcPts val="0"/>
              </a:spcAft>
              <a:buSzPts val="1500"/>
              <a:buNone/>
              <a:defRPr sz="1500">
                <a:solidFill>
                  <a:srgbClr val="888888"/>
                </a:solidFill>
              </a:defRPr>
            </a:lvl2pPr>
            <a:lvl3pPr marL="1371600" lvl="2" indent="-228600" algn="l">
              <a:lnSpc>
                <a:spcPct val="90000"/>
              </a:lnSpc>
              <a:spcBef>
                <a:spcPts val="400"/>
              </a:spcBef>
              <a:spcAft>
                <a:spcPts val="0"/>
              </a:spcAft>
              <a:buSzPts val="1400"/>
              <a:buNone/>
              <a:defRPr sz="1400">
                <a:solidFill>
                  <a:srgbClr val="888888"/>
                </a:solidFill>
              </a:defRPr>
            </a:lvl3pPr>
            <a:lvl4pPr marL="1828800" lvl="3" indent="-228600" algn="l">
              <a:lnSpc>
                <a:spcPct val="90000"/>
              </a:lnSpc>
              <a:spcBef>
                <a:spcPts val="400"/>
              </a:spcBef>
              <a:spcAft>
                <a:spcPts val="0"/>
              </a:spcAft>
              <a:buSzPts val="1200"/>
              <a:buNone/>
              <a:defRPr sz="1200">
                <a:solidFill>
                  <a:srgbClr val="888888"/>
                </a:solidFill>
              </a:defRPr>
            </a:lvl4pPr>
            <a:lvl5pPr marL="2286000" lvl="4" indent="-228600" algn="l">
              <a:lnSpc>
                <a:spcPct val="90000"/>
              </a:lnSpc>
              <a:spcBef>
                <a:spcPts val="400"/>
              </a:spcBef>
              <a:spcAft>
                <a:spcPts val="0"/>
              </a:spcAft>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grpSp>
        <p:nvGrpSpPr>
          <p:cNvPr id="283" name="Google Shape;283;p35"/>
          <p:cNvGrpSpPr/>
          <p:nvPr/>
        </p:nvGrpSpPr>
        <p:grpSpPr>
          <a:xfrm>
            <a:off x="0" y="4796733"/>
            <a:ext cx="9144000" cy="353192"/>
            <a:chOff x="0" y="6395644"/>
            <a:chExt cx="12192000" cy="470922"/>
          </a:xfrm>
        </p:grpSpPr>
        <p:sp>
          <p:nvSpPr>
            <p:cNvPr id="284" name="Google Shape;284;p35"/>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285" name="Google Shape;285;p35"/>
            <p:cNvPicPr preferRelativeResize="0"/>
            <p:nvPr/>
          </p:nvPicPr>
          <p:blipFill rotWithShape="1">
            <a:blip r:embed="rId4">
              <a:alphaModFix/>
            </a:blip>
            <a:srcRect/>
            <a:stretch/>
          </p:blipFill>
          <p:spPr>
            <a:xfrm>
              <a:off x="703686" y="6407383"/>
              <a:ext cx="2094393" cy="451789"/>
            </a:xfrm>
            <a:prstGeom prst="rect">
              <a:avLst/>
            </a:prstGeom>
            <a:noFill/>
            <a:ln>
              <a:noFill/>
            </a:ln>
          </p:spPr>
        </p:pic>
        <p:pic>
          <p:nvPicPr>
            <p:cNvPr id="286" name="Google Shape;286;p35"/>
            <p:cNvPicPr preferRelativeResize="0"/>
            <p:nvPr/>
          </p:nvPicPr>
          <p:blipFill rotWithShape="1">
            <a:blip r:embed="rId5">
              <a:alphaModFix/>
            </a:blip>
            <a:srcRect/>
            <a:stretch/>
          </p:blipFill>
          <p:spPr>
            <a:xfrm>
              <a:off x="4110607" y="6395644"/>
              <a:ext cx="2088055" cy="462356"/>
            </a:xfrm>
            <a:prstGeom prst="rect">
              <a:avLst/>
            </a:prstGeom>
            <a:noFill/>
            <a:ln>
              <a:noFill/>
            </a:ln>
          </p:spPr>
        </p:pic>
        <p:pic>
          <p:nvPicPr>
            <p:cNvPr id="287" name="Google Shape;287;p35"/>
            <p:cNvPicPr preferRelativeResize="0"/>
            <p:nvPr/>
          </p:nvPicPr>
          <p:blipFill rotWithShape="1">
            <a:blip r:embed="rId6">
              <a:alphaModFix/>
            </a:blip>
            <a:srcRect/>
            <a:stretch/>
          </p:blipFill>
          <p:spPr>
            <a:xfrm>
              <a:off x="2763387" y="6410995"/>
              <a:ext cx="2040333" cy="450968"/>
            </a:xfrm>
            <a:prstGeom prst="rect">
              <a:avLst/>
            </a:prstGeom>
            <a:noFill/>
            <a:ln>
              <a:noFill/>
            </a:ln>
          </p:spPr>
        </p:pic>
        <p:cxnSp>
          <p:nvCxnSpPr>
            <p:cNvPr id="288" name="Google Shape;288;p35"/>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289" name="Google Shape;289;p35"/>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290" name="Google Shape;290;p35"/>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sp>
        <p:nvSpPr>
          <p:cNvPr id="291" name="Google Shape;291;p35"/>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Closing Slide Grey Phoenix">
  <p:cSld name="Closing Slide Grey Phoenix">
    <p:bg>
      <p:bgPr>
        <a:solidFill>
          <a:schemeClr val="lt1"/>
        </a:solidFill>
        <a:effectLst/>
      </p:bgPr>
    </p:bg>
    <p:spTree>
      <p:nvGrpSpPr>
        <p:cNvPr id="1" name="Shape 292"/>
        <p:cNvGrpSpPr/>
        <p:nvPr/>
      </p:nvGrpSpPr>
      <p:grpSpPr>
        <a:xfrm>
          <a:off x="0" y="0"/>
          <a:ext cx="0" cy="0"/>
          <a:chOff x="0" y="0"/>
          <a:chExt cx="0" cy="0"/>
        </a:xfrm>
      </p:grpSpPr>
      <p:grpSp>
        <p:nvGrpSpPr>
          <p:cNvPr id="293" name="Google Shape;293;p36"/>
          <p:cNvGrpSpPr/>
          <p:nvPr/>
        </p:nvGrpSpPr>
        <p:grpSpPr>
          <a:xfrm>
            <a:off x="0" y="4796733"/>
            <a:ext cx="9144000" cy="353192"/>
            <a:chOff x="0" y="6395644"/>
            <a:chExt cx="12192000" cy="470922"/>
          </a:xfrm>
        </p:grpSpPr>
        <p:sp>
          <p:nvSpPr>
            <p:cNvPr id="294" name="Google Shape;294;p36"/>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295" name="Google Shape;295;p36"/>
            <p:cNvPicPr preferRelativeResize="0"/>
            <p:nvPr/>
          </p:nvPicPr>
          <p:blipFill rotWithShape="1">
            <a:blip r:embed="rId2">
              <a:alphaModFix/>
            </a:blip>
            <a:srcRect/>
            <a:stretch/>
          </p:blipFill>
          <p:spPr>
            <a:xfrm>
              <a:off x="703686" y="6407383"/>
              <a:ext cx="2094393" cy="451789"/>
            </a:xfrm>
            <a:prstGeom prst="rect">
              <a:avLst/>
            </a:prstGeom>
            <a:noFill/>
            <a:ln>
              <a:noFill/>
            </a:ln>
          </p:spPr>
        </p:pic>
        <p:pic>
          <p:nvPicPr>
            <p:cNvPr id="296" name="Google Shape;296;p36"/>
            <p:cNvPicPr preferRelativeResize="0"/>
            <p:nvPr/>
          </p:nvPicPr>
          <p:blipFill rotWithShape="1">
            <a:blip r:embed="rId3">
              <a:alphaModFix/>
            </a:blip>
            <a:srcRect/>
            <a:stretch/>
          </p:blipFill>
          <p:spPr>
            <a:xfrm>
              <a:off x="4110607" y="6395644"/>
              <a:ext cx="2088055" cy="462356"/>
            </a:xfrm>
            <a:prstGeom prst="rect">
              <a:avLst/>
            </a:prstGeom>
            <a:noFill/>
            <a:ln>
              <a:noFill/>
            </a:ln>
          </p:spPr>
        </p:pic>
        <p:cxnSp>
          <p:nvCxnSpPr>
            <p:cNvPr id="297" name="Google Shape;297;p36"/>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pic>
          <p:nvPicPr>
            <p:cNvPr id="298" name="Google Shape;298;p36"/>
            <p:cNvPicPr preferRelativeResize="0"/>
            <p:nvPr/>
          </p:nvPicPr>
          <p:blipFill rotWithShape="1">
            <a:blip r:embed="rId4">
              <a:alphaModFix/>
            </a:blip>
            <a:srcRect/>
            <a:stretch/>
          </p:blipFill>
          <p:spPr>
            <a:xfrm>
              <a:off x="2763387" y="6410995"/>
              <a:ext cx="2040333" cy="450968"/>
            </a:xfrm>
            <a:prstGeom prst="rect">
              <a:avLst/>
            </a:prstGeom>
            <a:noFill/>
            <a:ln>
              <a:noFill/>
            </a:ln>
          </p:spPr>
        </p:pic>
        <p:cxnSp>
          <p:nvCxnSpPr>
            <p:cNvPr id="299" name="Google Shape;299;p36"/>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300" name="Google Shape;300;p36"/>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sp>
        <p:nvSpPr>
          <p:cNvPr id="301" name="Google Shape;301;p36"/>
          <p:cNvSpPr txBox="1">
            <a:spLocks noGrp="1"/>
          </p:cNvSpPr>
          <p:nvPr>
            <p:ph type="body" idx="1"/>
          </p:nvPr>
        </p:nvSpPr>
        <p:spPr>
          <a:xfrm>
            <a:off x="623889" y="1823196"/>
            <a:ext cx="3948112" cy="1493836"/>
          </a:xfrm>
          <a:prstGeom prst="rect">
            <a:avLst/>
          </a:prstGeom>
          <a:noFill/>
          <a:ln>
            <a:noFill/>
          </a:ln>
        </p:spPr>
        <p:txBody>
          <a:bodyPr spcFirstLastPara="1" wrap="square" lIns="0" tIns="34275" rIns="0" bIns="34275" anchor="t" anchorCtr="0">
            <a:normAutofit/>
          </a:bodyPr>
          <a:lstStyle>
            <a:lvl1pPr marL="457200" lvl="0" indent="-228600" algn="l">
              <a:lnSpc>
                <a:spcPct val="90000"/>
              </a:lnSpc>
              <a:spcBef>
                <a:spcPts val="800"/>
              </a:spcBef>
              <a:spcAft>
                <a:spcPts val="0"/>
              </a:spcAft>
              <a:buSzPts val="1400"/>
              <a:buNone/>
              <a:defRPr sz="1400" b="0" i="0">
                <a:solidFill>
                  <a:srgbClr val="767676"/>
                </a:solidFill>
              </a:defRPr>
            </a:lvl1pPr>
            <a:lvl2pPr marL="914400" lvl="1" indent="-228600" algn="l">
              <a:lnSpc>
                <a:spcPct val="90000"/>
              </a:lnSpc>
              <a:spcBef>
                <a:spcPts val="400"/>
              </a:spcBef>
              <a:spcAft>
                <a:spcPts val="0"/>
              </a:spcAft>
              <a:buSzPts val="1500"/>
              <a:buNone/>
              <a:defRPr sz="1500">
                <a:solidFill>
                  <a:srgbClr val="888888"/>
                </a:solidFill>
              </a:defRPr>
            </a:lvl2pPr>
            <a:lvl3pPr marL="1371600" lvl="2" indent="-228600" algn="l">
              <a:lnSpc>
                <a:spcPct val="90000"/>
              </a:lnSpc>
              <a:spcBef>
                <a:spcPts val="400"/>
              </a:spcBef>
              <a:spcAft>
                <a:spcPts val="0"/>
              </a:spcAft>
              <a:buSzPts val="1400"/>
              <a:buNone/>
              <a:defRPr sz="1400">
                <a:solidFill>
                  <a:srgbClr val="888888"/>
                </a:solidFill>
              </a:defRPr>
            </a:lvl3pPr>
            <a:lvl4pPr marL="1828800" lvl="3" indent="-228600" algn="l">
              <a:lnSpc>
                <a:spcPct val="90000"/>
              </a:lnSpc>
              <a:spcBef>
                <a:spcPts val="400"/>
              </a:spcBef>
              <a:spcAft>
                <a:spcPts val="0"/>
              </a:spcAft>
              <a:buSzPts val="1200"/>
              <a:buNone/>
              <a:defRPr sz="1200">
                <a:solidFill>
                  <a:srgbClr val="888888"/>
                </a:solidFill>
              </a:defRPr>
            </a:lvl4pPr>
            <a:lvl5pPr marL="2286000" lvl="4" indent="-228600" algn="l">
              <a:lnSpc>
                <a:spcPct val="90000"/>
              </a:lnSpc>
              <a:spcBef>
                <a:spcPts val="400"/>
              </a:spcBef>
              <a:spcAft>
                <a:spcPts val="0"/>
              </a:spcAft>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302" name="Google Shape;302;p36"/>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600" b="0" i="0" u="none" strike="noStrike" cap="none">
                <a:solidFill>
                  <a:schemeClr val="lt1"/>
                </a:solidFill>
                <a:latin typeface="Helvetica Neue"/>
                <a:ea typeface="Helvetica Neue"/>
                <a:cs typeface="Helvetica Neue"/>
                <a:sym typeface="Helvetica Neue"/>
              </a:defRPr>
            </a:lvl1pPr>
            <a:lvl2pPr marL="0" lvl="1" indent="0" algn="r">
              <a:spcBef>
                <a:spcPts val="0"/>
              </a:spcBef>
              <a:buNone/>
              <a:defRPr sz="600" b="0" i="0" u="none" strike="noStrike" cap="none">
                <a:solidFill>
                  <a:schemeClr val="lt1"/>
                </a:solidFill>
                <a:latin typeface="Helvetica Neue"/>
                <a:ea typeface="Helvetica Neue"/>
                <a:cs typeface="Helvetica Neue"/>
                <a:sym typeface="Helvetica Neue"/>
              </a:defRPr>
            </a:lvl2pPr>
            <a:lvl3pPr marL="0" lvl="2" indent="0" algn="r">
              <a:spcBef>
                <a:spcPts val="0"/>
              </a:spcBef>
              <a:buNone/>
              <a:defRPr sz="600" b="0" i="0" u="none" strike="noStrike" cap="none">
                <a:solidFill>
                  <a:schemeClr val="lt1"/>
                </a:solidFill>
                <a:latin typeface="Helvetica Neue"/>
                <a:ea typeface="Helvetica Neue"/>
                <a:cs typeface="Helvetica Neue"/>
                <a:sym typeface="Helvetica Neue"/>
              </a:defRPr>
            </a:lvl3pPr>
            <a:lvl4pPr marL="0" lvl="3" indent="0" algn="r">
              <a:spcBef>
                <a:spcPts val="0"/>
              </a:spcBef>
              <a:buNone/>
              <a:defRPr sz="600" b="0" i="0" u="none" strike="noStrike" cap="none">
                <a:solidFill>
                  <a:schemeClr val="lt1"/>
                </a:solidFill>
                <a:latin typeface="Helvetica Neue"/>
                <a:ea typeface="Helvetica Neue"/>
                <a:cs typeface="Helvetica Neue"/>
                <a:sym typeface="Helvetica Neue"/>
              </a:defRPr>
            </a:lvl4pPr>
            <a:lvl5pPr marL="0" lvl="4" indent="0" algn="r">
              <a:spcBef>
                <a:spcPts val="0"/>
              </a:spcBef>
              <a:buNone/>
              <a:defRPr sz="600" b="0" i="0" u="none" strike="noStrike" cap="none">
                <a:solidFill>
                  <a:schemeClr val="lt1"/>
                </a:solidFill>
                <a:latin typeface="Helvetica Neue"/>
                <a:ea typeface="Helvetica Neue"/>
                <a:cs typeface="Helvetica Neue"/>
                <a:sym typeface="Helvetica Neue"/>
              </a:defRPr>
            </a:lvl5pPr>
            <a:lvl6pPr marL="0" lvl="5" indent="0" algn="r">
              <a:spcBef>
                <a:spcPts val="0"/>
              </a:spcBef>
              <a:buNone/>
              <a:defRPr sz="600" b="0" i="0" u="none" strike="noStrike" cap="none">
                <a:solidFill>
                  <a:schemeClr val="lt1"/>
                </a:solidFill>
                <a:latin typeface="Helvetica Neue"/>
                <a:ea typeface="Helvetica Neue"/>
                <a:cs typeface="Helvetica Neue"/>
                <a:sym typeface="Helvetica Neue"/>
              </a:defRPr>
            </a:lvl6pPr>
            <a:lvl7pPr marL="0" lvl="6" indent="0" algn="r">
              <a:spcBef>
                <a:spcPts val="0"/>
              </a:spcBef>
              <a:buNone/>
              <a:defRPr sz="600" b="0" i="0" u="none" strike="noStrike" cap="none">
                <a:solidFill>
                  <a:schemeClr val="lt1"/>
                </a:solidFill>
                <a:latin typeface="Helvetica Neue"/>
                <a:ea typeface="Helvetica Neue"/>
                <a:cs typeface="Helvetica Neue"/>
                <a:sym typeface="Helvetica Neue"/>
              </a:defRPr>
            </a:lvl7pPr>
            <a:lvl8pPr marL="0" lvl="7" indent="0" algn="r">
              <a:spcBef>
                <a:spcPts val="0"/>
              </a:spcBef>
              <a:buNone/>
              <a:defRPr sz="600" b="0" i="0" u="none" strike="noStrike" cap="none">
                <a:solidFill>
                  <a:schemeClr val="lt1"/>
                </a:solidFill>
                <a:latin typeface="Helvetica Neue"/>
                <a:ea typeface="Helvetica Neue"/>
                <a:cs typeface="Helvetica Neue"/>
                <a:sym typeface="Helvetica Neue"/>
              </a:defRPr>
            </a:lvl8pPr>
            <a:lvl9pPr marL="0" lvl="8" indent="0" algn="r">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pic>
        <p:nvPicPr>
          <p:cNvPr id="303" name="Google Shape;303;p36"/>
          <p:cNvPicPr preferRelativeResize="0"/>
          <p:nvPr/>
        </p:nvPicPr>
        <p:blipFill rotWithShape="1">
          <a:blip r:embed="rId5">
            <a:alphaModFix amt="15000"/>
          </a:blip>
          <a:srcRect/>
          <a:stretch/>
        </p:blipFill>
        <p:spPr>
          <a:xfrm>
            <a:off x="6230593" y="562718"/>
            <a:ext cx="4330162" cy="378889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image" Target="../media/image2.png"/><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image" Target="../media/image1.pn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grpSp>
        <p:nvGrpSpPr>
          <p:cNvPr id="51" name="Google Shape;51;p13"/>
          <p:cNvGrpSpPr/>
          <p:nvPr/>
        </p:nvGrpSpPr>
        <p:grpSpPr>
          <a:xfrm>
            <a:off x="0" y="4796733"/>
            <a:ext cx="9144000" cy="353192"/>
            <a:chOff x="0" y="6395644"/>
            <a:chExt cx="12192000" cy="470922"/>
          </a:xfrm>
        </p:grpSpPr>
        <p:sp>
          <p:nvSpPr>
            <p:cNvPr id="52" name="Google Shape;52;p13"/>
            <p:cNvSpPr/>
            <p:nvPr/>
          </p:nvSpPr>
          <p:spPr>
            <a:xfrm>
              <a:off x="0" y="6400222"/>
              <a:ext cx="12192000" cy="466344"/>
            </a:xfrm>
            <a:prstGeom prst="rect">
              <a:avLst/>
            </a:prstGeom>
            <a:solidFill>
              <a:srgbClr val="8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b="0" i="0" u="none" strike="noStrike" cap="none">
                <a:solidFill>
                  <a:schemeClr val="lt1"/>
                </a:solidFill>
                <a:latin typeface="Helvetica Neue"/>
                <a:ea typeface="Helvetica Neue"/>
                <a:cs typeface="Helvetica Neue"/>
                <a:sym typeface="Helvetica Neue"/>
              </a:endParaRPr>
            </a:p>
          </p:txBody>
        </p:sp>
        <p:pic>
          <p:nvPicPr>
            <p:cNvPr id="53" name="Google Shape;53;p13"/>
            <p:cNvPicPr preferRelativeResize="0"/>
            <p:nvPr/>
          </p:nvPicPr>
          <p:blipFill rotWithShape="1">
            <a:blip r:embed="rId25">
              <a:alphaModFix/>
            </a:blip>
            <a:srcRect/>
            <a:stretch/>
          </p:blipFill>
          <p:spPr>
            <a:xfrm>
              <a:off x="703686" y="6407383"/>
              <a:ext cx="2094393" cy="451789"/>
            </a:xfrm>
            <a:prstGeom prst="rect">
              <a:avLst/>
            </a:prstGeom>
            <a:noFill/>
            <a:ln>
              <a:noFill/>
            </a:ln>
          </p:spPr>
        </p:pic>
        <p:pic>
          <p:nvPicPr>
            <p:cNvPr id="54" name="Google Shape;54;p13"/>
            <p:cNvPicPr preferRelativeResize="0"/>
            <p:nvPr/>
          </p:nvPicPr>
          <p:blipFill rotWithShape="1">
            <a:blip r:embed="rId26">
              <a:alphaModFix/>
            </a:blip>
            <a:srcRect/>
            <a:stretch/>
          </p:blipFill>
          <p:spPr>
            <a:xfrm>
              <a:off x="4110607" y="6395644"/>
              <a:ext cx="2088055" cy="462356"/>
            </a:xfrm>
            <a:prstGeom prst="rect">
              <a:avLst/>
            </a:prstGeom>
            <a:noFill/>
            <a:ln>
              <a:noFill/>
            </a:ln>
          </p:spPr>
        </p:pic>
        <p:pic>
          <p:nvPicPr>
            <p:cNvPr id="55" name="Google Shape;55;p13"/>
            <p:cNvPicPr preferRelativeResize="0"/>
            <p:nvPr/>
          </p:nvPicPr>
          <p:blipFill rotWithShape="1">
            <a:blip r:embed="rId27">
              <a:alphaModFix/>
            </a:blip>
            <a:srcRect/>
            <a:stretch/>
          </p:blipFill>
          <p:spPr>
            <a:xfrm>
              <a:off x="2763387" y="6410995"/>
              <a:ext cx="2040333" cy="450968"/>
            </a:xfrm>
            <a:prstGeom prst="rect">
              <a:avLst/>
            </a:prstGeom>
            <a:noFill/>
            <a:ln>
              <a:noFill/>
            </a:ln>
          </p:spPr>
        </p:pic>
        <p:cxnSp>
          <p:nvCxnSpPr>
            <p:cNvPr id="56" name="Google Shape;56;p13"/>
            <p:cNvCxnSpPr/>
            <p:nvPr/>
          </p:nvCxnSpPr>
          <p:spPr>
            <a:xfrm>
              <a:off x="0" y="6395648"/>
              <a:ext cx="12192000" cy="0"/>
            </a:xfrm>
            <a:prstGeom prst="straightConnector1">
              <a:avLst/>
            </a:prstGeom>
            <a:noFill/>
            <a:ln w="9525" cap="flat" cmpd="sng">
              <a:solidFill>
                <a:srgbClr val="D6D6CE"/>
              </a:solidFill>
              <a:prstDash val="solid"/>
              <a:miter lim="800000"/>
              <a:headEnd type="none" w="sm" len="sm"/>
              <a:tailEnd type="none" w="sm" len="sm"/>
            </a:ln>
          </p:spPr>
        </p:cxnSp>
        <p:cxnSp>
          <p:nvCxnSpPr>
            <p:cNvPr id="57" name="Google Shape;57;p13"/>
            <p:cNvCxnSpPr/>
            <p:nvPr/>
          </p:nvCxnSpPr>
          <p:spPr>
            <a:xfrm>
              <a:off x="2782306" y="6509932"/>
              <a:ext cx="0" cy="250701"/>
            </a:xfrm>
            <a:prstGeom prst="straightConnector1">
              <a:avLst/>
            </a:prstGeom>
            <a:noFill/>
            <a:ln w="9525" cap="flat" cmpd="sng">
              <a:solidFill>
                <a:schemeClr val="lt1"/>
              </a:solidFill>
              <a:prstDash val="solid"/>
              <a:miter lim="800000"/>
              <a:headEnd type="none" w="sm" len="sm"/>
              <a:tailEnd type="none" w="sm" len="sm"/>
            </a:ln>
          </p:spPr>
        </p:cxnSp>
        <p:cxnSp>
          <p:nvCxnSpPr>
            <p:cNvPr id="58" name="Google Shape;58;p13"/>
            <p:cNvCxnSpPr/>
            <p:nvPr/>
          </p:nvCxnSpPr>
          <p:spPr>
            <a:xfrm>
              <a:off x="4138031" y="6509932"/>
              <a:ext cx="0" cy="250701"/>
            </a:xfrm>
            <a:prstGeom prst="straightConnector1">
              <a:avLst/>
            </a:prstGeom>
            <a:noFill/>
            <a:ln w="9525" cap="flat" cmpd="sng">
              <a:solidFill>
                <a:schemeClr val="lt1"/>
              </a:solidFill>
              <a:prstDash val="solid"/>
              <a:miter lim="800000"/>
              <a:headEnd type="none" w="sm" len="sm"/>
              <a:tailEnd type="none" w="sm" len="sm"/>
            </a:ln>
          </p:spPr>
        </p:cxnSp>
      </p:grpSp>
      <p:sp>
        <p:nvSpPr>
          <p:cNvPr id="59" name="Google Shape;59;p13"/>
          <p:cNvSpPr txBox="1">
            <a:spLocks noGrp="1"/>
          </p:cNvSpPr>
          <p:nvPr>
            <p:ph type="title"/>
          </p:nvPr>
        </p:nvSpPr>
        <p:spPr>
          <a:xfrm>
            <a:off x="628650" y="0"/>
            <a:ext cx="7886700" cy="984558"/>
          </a:xfrm>
          <a:prstGeom prst="rect">
            <a:avLst/>
          </a:prstGeom>
          <a:noFill/>
          <a:ln>
            <a:noFill/>
          </a:ln>
        </p:spPr>
        <p:txBody>
          <a:bodyPr spcFirstLastPara="1" wrap="square" lIns="0" tIns="34275" rIns="0" bIns="34275" anchor="ctr" anchorCtr="0">
            <a:noAutofit/>
          </a:bodyPr>
          <a:lstStyle>
            <a:lvl1pPr marR="0" lvl="0" algn="l" rtl="0">
              <a:lnSpc>
                <a:spcPct val="90000"/>
              </a:lnSpc>
              <a:spcBef>
                <a:spcPts val="0"/>
              </a:spcBef>
              <a:spcAft>
                <a:spcPts val="0"/>
              </a:spcAft>
              <a:buClr>
                <a:srgbClr val="800000"/>
              </a:buClr>
              <a:buSzPts val="2700"/>
              <a:buFont typeface="Helvetica Neue"/>
              <a:buNone/>
              <a:defRPr sz="2700" b="0" i="0" u="none" strike="noStrike" cap="none">
                <a:solidFill>
                  <a:srgbClr val="800000"/>
                </a:solidFill>
                <a:latin typeface="Helvetica Neue"/>
                <a:ea typeface="Helvetica Neue"/>
                <a:cs typeface="Helvetica Neue"/>
                <a:sym typeface="Helvetica Neue"/>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60" name="Google Shape;60;p13"/>
          <p:cNvSpPr txBox="1">
            <a:spLocks noGrp="1"/>
          </p:cNvSpPr>
          <p:nvPr>
            <p:ph type="body" idx="1"/>
          </p:nvPr>
        </p:nvSpPr>
        <p:spPr>
          <a:xfrm>
            <a:off x="628650" y="1150602"/>
            <a:ext cx="7886700" cy="3322119"/>
          </a:xfrm>
          <a:prstGeom prst="rect">
            <a:avLst/>
          </a:prstGeom>
          <a:noFill/>
          <a:ln>
            <a:noFill/>
          </a:ln>
        </p:spPr>
        <p:txBody>
          <a:bodyPr spcFirstLastPara="1" wrap="square" lIns="0" tIns="34275" rIns="0" bIns="34275" anchor="t" anchorCtr="0">
            <a:noAutofit/>
          </a:bodyPr>
          <a:lstStyle>
            <a:lvl1pPr marL="457200" marR="0" lvl="0" indent="-342900" algn="l" rtl="0">
              <a:lnSpc>
                <a:spcPct val="90000"/>
              </a:lnSpc>
              <a:spcBef>
                <a:spcPts val="800"/>
              </a:spcBef>
              <a:spcAft>
                <a:spcPts val="0"/>
              </a:spcAft>
              <a:buClr>
                <a:srgbClr val="800000"/>
              </a:buClr>
              <a:buSzPts val="1800"/>
              <a:buFont typeface="Arial"/>
              <a:buChar char="•"/>
              <a:defRPr sz="1800" b="0" i="0" u="none" strike="noStrike" cap="none">
                <a:solidFill>
                  <a:srgbClr val="767676"/>
                </a:solidFill>
                <a:latin typeface="Helvetica Neue"/>
                <a:ea typeface="Helvetica Neue"/>
                <a:cs typeface="Helvetica Neue"/>
                <a:sym typeface="Helvetica Neue"/>
              </a:defRPr>
            </a:lvl1pPr>
            <a:lvl2pPr marL="914400" marR="0" lvl="1" indent="-323850" algn="l" rtl="0">
              <a:lnSpc>
                <a:spcPct val="90000"/>
              </a:lnSpc>
              <a:spcBef>
                <a:spcPts val="400"/>
              </a:spcBef>
              <a:spcAft>
                <a:spcPts val="0"/>
              </a:spcAft>
              <a:buClr>
                <a:srgbClr val="800000"/>
              </a:buClr>
              <a:buSzPts val="1500"/>
              <a:buFont typeface="Arial"/>
              <a:buChar char="•"/>
              <a:defRPr sz="1500" b="0" i="0" u="none" strike="noStrike" cap="none">
                <a:solidFill>
                  <a:srgbClr val="767676"/>
                </a:solidFill>
                <a:latin typeface="Helvetica Neue"/>
                <a:ea typeface="Helvetica Neue"/>
                <a:cs typeface="Helvetica Neue"/>
                <a:sym typeface="Helvetica Neue"/>
              </a:defRPr>
            </a:lvl2pPr>
            <a:lvl3pPr marL="1371600" marR="0" lvl="2" indent="-317500" algn="l" rtl="0">
              <a:lnSpc>
                <a:spcPct val="90000"/>
              </a:lnSpc>
              <a:spcBef>
                <a:spcPts val="400"/>
              </a:spcBef>
              <a:spcAft>
                <a:spcPts val="0"/>
              </a:spcAft>
              <a:buClr>
                <a:srgbClr val="800000"/>
              </a:buClr>
              <a:buSzPts val="1400"/>
              <a:buFont typeface="Arial"/>
              <a:buChar char="•"/>
              <a:defRPr sz="1400" b="0" i="0" u="none" strike="noStrike" cap="none">
                <a:solidFill>
                  <a:srgbClr val="767676"/>
                </a:solidFill>
                <a:latin typeface="Helvetica Neue"/>
                <a:ea typeface="Helvetica Neue"/>
                <a:cs typeface="Helvetica Neue"/>
                <a:sym typeface="Helvetica Neue"/>
              </a:defRPr>
            </a:lvl3pPr>
            <a:lvl4pPr marL="1828800" marR="0" lvl="3" indent="-304800" algn="l" rtl="0">
              <a:lnSpc>
                <a:spcPct val="90000"/>
              </a:lnSpc>
              <a:spcBef>
                <a:spcPts val="400"/>
              </a:spcBef>
              <a:spcAft>
                <a:spcPts val="0"/>
              </a:spcAft>
              <a:buClr>
                <a:srgbClr val="800000"/>
              </a:buClr>
              <a:buSzPts val="1200"/>
              <a:buFont typeface="Arial"/>
              <a:buChar char="•"/>
              <a:defRPr sz="1200" b="0" i="0" u="none" strike="noStrike" cap="none">
                <a:solidFill>
                  <a:srgbClr val="767676"/>
                </a:solidFill>
                <a:latin typeface="Helvetica Neue"/>
                <a:ea typeface="Helvetica Neue"/>
                <a:cs typeface="Helvetica Neue"/>
                <a:sym typeface="Helvetica Neue"/>
              </a:defRPr>
            </a:lvl4pPr>
            <a:lvl5pPr marL="2286000" marR="0" lvl="4" indent="-298450" algn="l" rtl="0">
              <a:lnSpc>
                <a:spcPct val="90000"/>
              </a:lnSpc>
              <a:spcBef>
                <a:spcPts val="400"/>
              </a:spcBef>
              <a:spcAft>
                <a:spcPts val="0"/>
              </a:spcAft>
              <a:buClr>
                <a:srgbClr val="800000"/>
              </a:buClr>
              <a:buSzPts val="1100"/>
              <a:buFont typeface="Arial"/>
              <a:buChar char="•"/>
              <a:defRPr sz="1100" b="0" i="0" u="none" strike="noStrike" cap="none">
                <a:solidFill>
                  <a:srgbClr val="767676"/>
                </a:solidFill>
                <a:latin typeface="Helvetica Neue"/>
                <a:ea typeface="Helvetica Neue"/>
                <a:cs typeface="Helvetica Neue"/>
                <a:sym typeface="Helvetica Neue"/>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61" name="Google Shape;61;p13"/>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600" b="0" i="0" u="none" strike="noStrike" cap="none">
                <a:solidFill>
                  <a:schemeClr val="lt1"/>
                </a:solidFill>
                <a:latin typeface="Helvetica Neue"/>
                <a:ea typeface="Helvetica Neue"/>
                <a:cs typeface="Helvetica Neue"/>
                <a:sym typeface="Helvetica Neue"/>
              </a:defRPr>
            </a:lvl1pPr>
            <a:lvl2pPr marL="0" marR="0" lvl="1" indent="0" algn="r" rtl="0">
              <a:spcBef>
                <a:spcPts val="0"/>
              </a:spcBef>
              <a:buNone/>
              <a:defRPr sz="600" b="0" i="0" u="none" strike="noStrike" cap="none">
                <a:solidFill>
                  <a:schemeClr val="lt1"/>
                </a:solidFill>
                <a:latin typeface="Helvetica Neue"/>
                <a:ea typeface="Helvetica Neue"/>
                <a:cs typeface="Helvetica Neue"/>
                <a:sym typeface="Helvetica Neue"/>
              </a:defRPr>
            </a:lvl2pPr>
            <a:lvl3pPr marL="0" marR="0" lvl="2" indent="0" algn="r" rtl="0">
              <a:spcBef>
                <a:spcPts val="0"/>
              </a:spcBef>
              <a:buNone/>
              <a:defRPr sz="600" b="0" i="0" u="none" strike="noStrike" cap="none">
                <a:solidFill>
                  <a:schemeClr val="lt1"/>
                </a:solidFill>
                <a:latin typeface="Helvetica Neue"/>
                <a:ea typeface="Helvetica Neue"/>
                <a:cs typeface="Helvetica Neue"/>
                <a:sym typeface="Helvetica Neue"/>
              </a:defRPr>
            </a:lvl3pPr>
            <a:lvl4pPr marL="0" marR="0" lvl="3" indent="0" algn="r" rtl="0">
              <a:spcBef>
                <a:spcPts val="0"/>
              </a:spcBef>
              <a:buNone/>
              <a:defRPr sz="600" b="0" i="0" u="none" strike="noStrike" cap="none">
                <a:solidFill>
                  <a:schemeClr val="lt1"/>
                </a:solidFill>
                <a:latin typeface="Helvetica Neue"/>
                <a:ea typeface="Helvetica Neue"/>
                <a:cs typeface="Helvetica Neue"/>
                <a:sym typeface="Helvetica Neue"/>
              </a:defRPr>
            </a:lvl4pPr>
            <a:lvl5pPr marL="0" marR="0" lvl="4" indent="0" algn="r" rtl="0">
              <a:spcBef>
                <a:spcPts val="0"/>
              </a:spcBef>
              <a:buNone/>
              <a:defRPr sz="600" b="0" i="0" u="none" strike="noStrike" cap="none">
                <a:solidFill>
                  <a:schemeClr val="lt1"/>
                </a:solidFill>
                <a:latin typeface="Helvetica Neue"/>
                <a:ea typeface="Helvetica Neue"/>
                <a:cs typeface="Helvetica Neue"/>
                <a:sym typeface="Helvetica Neue"/>
              </a:defRPr>
            </a:lvl5pPr>
            <a:lvl6pPr marL="0" marR="0" lvl="5" indent="0" algn="r" rtl="0">
              <a:spcBef>
                <a:spcPts val="0"/>
              </a:spcBef>
              <a:buNone/>
              <a:defRPr sz="600" b="0" i="0" u="none" strike="noStrike" cap="none">
                <a:solidFill>
                  <a:schemeClr val="lt1"/>
                </a:solidFill>
                <a:latin typeface="Helvetica Neue"/>
                <a:ea typeface="Helvetica Neue"/>
                <a:cs typeface="Helvetica Neue"/>
                <a:sym typeface="Helvetica Neue"/>
              </a:defRPr>
            </a:lvl6pPr>
            <a:lvl7pPr marL="0" marR="0" lvl="6" indent="0" algn="r" rtl="0">
              <a:spcBef>
                <a:spcPts val="0"/>
              </a:spcBef>
              <a:buNone/>
              <a:defRPr sz="600" b="0" i="0" u="none" strike="noStrike" cap="none">
                <a:solidFill>
                  <a:schemeClr val="lt1"/>
                </a:solidFill>
                <a:latin typeface="Helvetica Neue"/>
                <a:ea typeface="Helvetica Neue"/>
                <a:cs typeface="Helvetica Neue"/>
                <a:sym typeface="Helvetica Neue"/>
              </a:defRPr>
            </a:lvl7pPr>
            <a:lvl8pPr marL="0" marR="0" lvl="7" indent="0" algn="r" rtl="0">
              <a:spcBef>
                <a:spcPts val="0"/>
              </a:spcBef>
              <a:buNone/>
              <a:defRPr sz="600" b="0" i="0" u="none" strike="noStrike" cap="none">
                <a:solidFill>
                  <a:schemeClr val="lt1"/>
                </a:solidFill>
                <a:latin typeface="Helvetica Neue"/>
                <a:ea typeface="Helvetica Neue"/>
                <a:cs typeface="Helvetica Neue"/>
                <a:sym typeface="Helvetica Neue"/>
              </a:defRPr>
            </a:lvl8pPr>
            <a:lvl9pPr marL="0" marR="0" lvl="8" indent="0" algn="r" rtl="0">
              <a:spcBef>
                <a:spcPts val="0"/>
              </a:spcBef>
              <a:buNone/>
              <a:defRPr sz="600" b="0" i="0" u="none" strike="noStrike" cap="none">
                <a:solidFill>
                  <a:schemeClr val="lt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cxnSp>
        <p:nvCxnSpPr>
          <p:cNvPr id="62" name="Google Shape;62;p13"/>
          <p:cNvCxnSpPr/>
          <p:nvPr/>
        </p:nvCxnSpPr>
        <p:spPr>
          <a:xfrm>
            <a:off x="0" y="1008085"/>
            <a:ext cx="9144000" cy="0"/>
          </a:xfrm>
          <a:prstGeom prst="straightConnector1">
            <a:avLst/>
          </a:prstGeom>
          <a:noFill/>
          <a:ln w="38100" cap="flat" cmpd="sng">
            <a:solidFill>
              <a:srgbClr val="D6D6CE"/>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net@uchicago.edu" TargetMode="External"/><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hyperlink" Target="http://provost.uchicago.edu/"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9.jp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44.jpg"/></Relationships>
</file>

<file path=ppt/slides/_rels/slide16.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46.jpg"/></Relationships>
</file>

<file path=ppt/slides/_rels/slide17.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48.jpg"/></Relationships>
</file>

<file path=ppt/slides/_rels/slide1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50.jpg"/></Relationships>
</file>

<file path=ppt/slides/_rels/slide19.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52.jpg"/></Relationships>
</file>

<file path=ppt/slides/_rels/slide20.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54.jpg"/></Relationships>
</file>

<file path=ppt/slides/_rels/slide21.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3.xml"/><Relationship Id="rId1" Type="http://schemas.openxmlformats.org/officeDocument/2006/relationships/slideLayout" Target="../slideLayouts/slideLayout14.xml"/><Relationship Id="rId4" Type="http://schemas.openxmlformats.org/officeDocument/2006/relationships/image" Target="../media/image57.png"/></Relationships>
</file>

<file path=ppt/slides/_rels/slide2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image" Target="../media/image59.png"/></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5.xml"/><Relationship Id="rId1" Type="http://schemas.openxmlformats.org/officeDocument/2006/relationships/slideLayout" Target="../slideLayouts/slideLayout14.xml"/><Relationship Id="rId5" Type="http://schemas.openxmlformats.org/officeDocument/2006/relationships/image" Target="../media/image62.png"/><Relationship Id="rId4" Type="http://schemas.openxmlformats.org/officeDocument/2006/relationships/image" Target="../media/image61.png"/></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7.xml"/><Relationship Id="rId1" Type="http://schemas.openxmlformats.org/officeDocument/2006/relationships/slideLayout" Target="../slideLayouts/slideLayout14.xml"/><Relationship Id="rId4" Type="http://schemas.openxmlformats.org/officeDocument/2006/relationships/image" Target="../media/image66.png"/></Relationships>
</file>

<file path=ppt/slides/_rels/slide2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8.xml"/><Relationship Id="rId1" Type="http://schemas.openxmlformats.org/officeDocument/2006/relationships/slideLayout" Target="../slideLayouts/slideLayout14.xml"/><Relationship Id="rId4" Type="http://schemas.openxmlformats.org/officeDocument/2006/relationships/image" Target="../media/image68.png"/></Relationships>
</file>

<file path=ppt/slides/_rels/slide2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9.xml"/><Relationship Id="rId1" Type="http://schemas.openxmlformats.org/officeDocument/2006/relationships/slideLayout" Target="../slideLayouts/slideLayout14.xml"/><Relationship Id="rId4" Type="http://schemas.openxmlformats.org/officeDocument/2006/relationships/image" Target="../media/image7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1.xml"/><Relationship Id="rId1" Type="http://schemas.openxmlformats.org/officeDocument/2006/relationships/slideLayout" Target="../slideLayouts/slideLayout14.xml"/><Relationship Id="rId4" Type="http://schemas.openxmlformats.org/officeDocument/2006/relationships/image" Target="../media/image72.png"/></Relationships>
</file>

<file path=ppt/slides/_rels/slide3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74.png"/></Relationships>
</file>

<file path=ppt/slides/_rels/slide3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3.xml"/><Relationship Id="rId1" Type="http://schemas.openxmlformats.org/officeDocument/2006/relationships/slideLayout" Target="../slideLayouts/slideLayout14.xml"/><Relationship Id="rId4" Type="http://schemas.openxmlformats.org/officeDocument/2006/relationships/image" Target="../media/image76.png"/></Relationships>
</file>

<file path=ppt/slides/_rels/slide3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78.png"/></Relationships>
</file>

<file path=ppt/slides/_rels/slide3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5.xml"/><Relationship Id="rId1" Type="http://schemas.openxmlformats.org/officeDocument/2006/relationships/slideLayout" Target="../slideLayouts/slideLayout14.xml"/><Relationship Id="rId4" Type="http://schemas.openxmlformats.org/officeDocument/2006/relationships/image" Target="../media/image80.png"/></Relationships>
</file>

<file path=ppt/slides/_rels/slide3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6.xml"/><Relationship Id="rId1" Type="http://schemas.openxmlformats.org/officeDocument/2006/relationships/slideLayout" Target="../slideLayouts/slideLayout14.xml"/><Relationship Id="rId4" Type="http://schemas.openxmlformats.org/officeDocument/2006/relationships/image" Target="../media/image82.png"/></Relationships>
</file>

<file path=ppt/slides/_rels/slide3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7.xml"/><Relationship Id="rId1" Type="http://schemas.openxmlformats.org/officeDocument/2006/relationships/slideLayout" Target="../slideLayouts/slideLayout14.xml"/><Relationship Id="rId4" Type="http://schemas.openxmlformats.org/officeDocument/2006/relationships/image" Target="../media/image8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7"/>
          <p:cNvSpPr txBox="1">
            <a:spLocks noGrp="1"/>
          </p:cNvSpPr>
          <p:nvPr>
            <p:ph type="body" idx="1"/>
          </p:nvPr>
        </p:nvSpPr>
        <p:spPr>
          <a:xfrm>
            <a:off x="623889" y="1823196"/>
            <a:ext cx="3948112" cy="1493836"/>
          </a:xfrm>
          <a:prstGeom prst="rect">
            <a:avLst/>
          </a:prstGeom>
          <a:noFill/>
          <a:ln>
            <a:noFill/>
          </a:ln>
        </p:spPr>
        <p:txBody>
          <a:bodyPr spcFirstLastPara="1" wrap="square" lIns="0" tIns="34275" rIns="0" bIns="34275" anchor="t" anchorCtr="0">
            <a:normAutofit/>
          </a:bodyPr>
          <a:lstStyle/>
          <a:p>
            <a:pPr marL="0" lvl="0" indent="0" algn="l" rtl="0">
              <a:lnSpc>
                <a:spcPct val="90000"/>
              </a:lnSpc>
              <a:spcBef>
                <a:spcPts val="0"/>
              </a:spcBef>
              <a:spcAft>
                <a:spcPts val="0"/>
              </a:spcAft>
              <a:buSzPts val="1400"/>
              <a:buNone/>
            </a:pPr>
            <a:r>
              <a:rPr lang="en" b="1"/>
              <a:t>Firstname Lastname</a:t>
            </a:r>
            <a:endParaRPr b="1"/>
          </a:p>
          <a:p>
            <a:pPr marL="0" lvl="0" indent="0" algn="l" rtl="0">
              <a:lnSpc>
                <a:spcPct val="90000"/>
              </a:lnSpc>
              <a:spcBef>
                <a:spcPts val="800"/>
              </a:spcBef>
              <a:spcAft>
                <a:spcPts val="0"/>
              </a:spcAft>
              <a:buSzPts val="1400"/>
              <a:buNone/>
            </a:pPr>
            <a:r>
              <a:rPr lang="en" u="sng">
                <a:solidFill>
                  <a:schemeClr val="hlink"/>
                </a:solidFill>
                <a:hlinkClick r:id="rId3"/>
              </a:rPr>
              <a:t>cnet@uchicago.edu</a:t>
            </a:r>
            <a:endParaRPr/>
          </a:p>
          <a:p>
            <a:pPr marL="0" lvl="0" indent="0" algn="l" rtl="0">
              <a:lnSpc>
                <a:spcPct val="90000"/>
              </a:lnSpc>
              <a:spcBef>
                <a:spcPts val="800"/>
              </a:spcBef>
              <a:spcAft>
                <a:spcPts val="0"/>
              </a:spcAft>
              <a:buSzPts val="1400"/>
              <a:buNone/>
            </a:pPr>
            <a:r>
              <a:rPr lang="en" u="sng">
                <a:solidFill>
                  <a:schemeClr val="hlink"/>
                </a:solidFill>
                <a:hlinkClick r:id="rId4"/>
              </a:rPr>
              <a:t>url.uchicago.edu</a:t>
            </a:r>
            <a:endParaRPr/>
          </a:p>
        </p:txBody>
      </p:sp>
      <p:sp>
        <p:nvSpPr>
          <p:cNvPr id="309" name="Google Shape;309;p37"/>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a:t>
            </a:fld>
            <a:endParaRPr/>
          </a:p>
        </p:txBody>
      </p:sp>
      <p:pic>
        <p:nvPicPr>
          <p:cNvPr id="310" name="Google Shape;310;p37" descr="텍스트, 스크린샷, 폰트, 레드이(가) 표시된 사진&#10;&#10;자동 생성된 설명"/>
          <p:cNvPicPr preferRelativeResize="0"/>
          <p:nvPr/>
        </p:nvPicPr>
        <p:blipFill rotWithShape="1">
          <a:blip r:embed="rId5">
            <a:alphaModFix/>
          </a:blip>
          <a:srcRect/>
          <a:stretch/>
        </p:blipFill>
        <p:spPr>
          <a:xfrm>
            <a:off x="0" y="4645072"/>
            <a:ext cx="9144000" cy="500063"/>
          </a:xfrm>
          <a:prstGeom prst="rect">
            <a:avLst/>
          </a:prstGeom>
          <a:noFill/>
          <a:ln>
            <a:noFill/>
          </a:ln>
        </p:spPr>
      </p:pic>
      <p:pic>
        <p:nvPicPr>
          <p:cNvPr id="311" name="Google Shape;311;p37"/>
          <p:cNvPicPr preferRelativeResize="0"/>
          <p:nvPr/>
        </p:nvPicPr>
        <p:blipFill rotWithShape="1">
          <a:blip r:embed="rId6">
            <a:alphaModFix/>
          </a:blip>
          <a:srcRect t="8319" b="8319"/>
          <a:stretch/>
        </p:blipFill>
        <p:spPr>
          <a:xfrm>
            <a:off x="0" y="3760"/>
            <a:ext cx="9264317" cy="5211177"/>
          </a:xfrm>
          <a:prstGeom prst="rect">
            <a:avLst/>
          </a:prstGeom>
          <a:noFill/>
          <a:ln>
            <a:noFill/>
          </a:ln>
        </p:spPr>
      </p:pic>
      <p:pic>
        <p:nvPicPr>
          <p:cNvPr id="312" name="Google Shape;312;p37"/>
          <p:cNvPicPr preferRelativeResize="0"/>
          <p:nvPr/>
        </p:nvPicPr>
        <p:blipFill rotWithShape="1">
          <a:blip r:embed="rId7">
            <a:alphaModFix/>
          </a:blip>
          <a:srcRect/>
          <a:stretch/>
        </p:blipFill>
        <p:spPr>
          <a:xfrm>
            <a:off x="-3571" y="3824915"/>
            <a:ext cx="9278979" cy="1396415"/>
          </a:xfrm>
          <a:prstGeom prst="rect">
            <a:avLst/>
          </a:prstGeom>
          <a:noFill/>
          <a:ln>
            <a:noFill/>
          </a:ln>
        </p:spPr>
      </p:pic>
      <p:sp>
        <p:nvSpPr>
          <p:cNvPr id="313" name="Google Shape;313;p37"/>
          <p:cNvSpPr/>
          <p:nvPr/>
        </p:nvSpPr>
        <p:spPr>
          <a:xfrm>
            <a:off x="293863" y="4095975"/>
            <a:ext cx="6239878" cy="430942"/>
          </a:xfrm>
          <a:prstGeom prst="rect">
            <a:avLst/>
          </a:prstGeom>
          <a:noFill/>
          <a:ln>
            <a:noFill/>
          </a:ln>
        </p:spPr>
        <p:txBody>
          <a:bodyPr spcFirstLastPara="1" wrap="square" lIns="0" tIns="34275" rIns="0" bIns="34275" anchor="t" anchorCtr="0">
            <a:noAutofit/>
          </a:bodyPr>
          <a:lstStyle/>
          <a:p>
            <a:pPr marL="0" marR="0" lvl="0" indent="0" algn="l" rtl="0">
              <a:lnSpc>
                <a:spcPct val="90000"/>
              </a:lnSpc>
              <a:spcBef>
                <a:spcPts val="0"/>
              </a:spcBef>
              <a:spcAft>
                <a:spcPts val="0"/>
              </a:spcAft>
              <a:buClr>
                <a:srgbClr val="800000"/>
              </a:buClr>
              <a:buSzPts val="2300"/>
              <a:buFont typeface="Arial"/>
              <a:buNone/>
            </a:pPr>
            <a:r>
              <a:rPr lang="en" sz="2300" b="1" i="0" u="none" strike="noStrike" cap="none">
                <a:solidFill>
                  <a:schemeClr val="dk1"/>
                </a:solidFill>
                <a:latin typeface="Garamond"/>
                <a:ea typeface="Garamond"/>
                <a:cs typeface="Garamond"/>
                <a:sym typeface="Garamond"/>
              </a:rPr>
              <a:t>Stocks Prediction</a:t>
            </a:r>
            <a:endParaRPr sz="1400" b="1" i="0" u="none" strike="noStrike" cap="none">
              <a:solidFill>
                <a:schemeClr val="dk1"/>
              </a:solidFill>
              <a:latin typeface="Garamond"/>
              <a:ea typeface="Garamond"/>
              <a:cs typeface="Garamond"/>
              <a:sym typeface="Garamond"/>
            </a:endParaRPr>
          </a:p>
        </p:txBody>
      </p:sp>
      <p:sp>
        <p:nvSpPr>
          <p:cNvPr id="314" name="Google Shape;314;p37"/>
          <p:cNvSpPr/>
          <p:nvPr/>
        </p:nvSpPr>
        <p:spPr>
          <a:xfrm>
            <a:off x="305003" y="4556535"/>
            <a:ext cx="6239878" cy="430942"/>
          </a:xfrm>
          <a:prstGeom prst="rect">
            <a:avLst/>
          </a:prstGeom>
          <a:noFill/>
          <a:ln>
            <a:noFill/>
          </a:ln>
        </p:spPr>
        <p:txBody>
          <a:bodyPr spcFirstLastPara="1" wrap="square" lIns="0" tIns="34275" rIns="0" bIns="34275" anchor="t" anchorCtr="0">
            <a:noAutofit/>
          </a:bodyPr>
          <a:lstStyle/>
          <a:p>
            <a:pPr marL="0" marR="0" lvl="0" indent="0" algn="l" rtl="0">
              <a:lnSpc>
                <a:spcPct val="70000"/>
              </a:lnSpc>
              <a:spcBef>
                <a:spcPts val="0"/>
              </a:spcBef>
              <a:spcAft>
                <a:spcPts val="0"/>
              </a:spcAft>
              <a:buClr>
                <a:srgbClr val="800000"/>
              </a:buClr>
              <a:buSzPts val="1200"/>
              <a:buFont typeface="Arial"/>
              <a:buNone/>
            </a:pPr>
            <a:r>
              <a:rPr lang="en" sz="1200" b="1" i="0" u="none" strike="noStrike" cap="none">
                <a:solidFill>
                  <a:schemeClr val="dk1"/>
                </a:solidFill>
                <a:latin typeface="Helvetica Neue"/>
                <a:ea typeface="Helvetica Neue"/>
                <a:cs typeface="Helvetica Neue"/>
                <a:sym typeface="Helvetica Neue"/>
              </a:rPr>
              <a:t>Group </a:t>
            </a:r>
            <a:r>
              <a:rPr lang="en" sz="1200" b="1">
                <a:solidFill>
                  <a:schemeClr val="dk1"/>
                </a:solidFill>
                <a:latin typeface="Helvetica Neue"/>
                <a:ea typeface="Helvetica Neue"/>
                <a:cs typeface="Helvetica Neue"/>
                <a:sym typeface="Helvetica Neue"/>
              </a:rPr>
              <a:t>5</a:t>
            </a:r>
            <a:r>
              <a:rPr lang="en" sz="1200" b="1" i="0" u="none" strike="noStrike" cap="none">
                <a:solidFill>
                  <a:schemeClr val="dk1"/>
                </a:solidFill>
                <a:latin typeface="Helvetica Neue"/>
                <a:ea typeface="Helvetica Neue"/>
                <a:cs typeface="Helvetica Neue"/>
                <a:sym typeface="Helvetica Neue"/>
              </a:rPr>
              <a:t>: Liang Gong, Joshua Wang, Iva Zhou, Maxine Wu, Jingxuan </a:t>
            </a:r>
            <a:r>
              <a:rPr lang="en" sz="1200" b="1">
                <a:solidFill>
                  <a:schemeClr val="dk1"/>
                </a:solidFill>
                <a:latin typeface="Helvetica Neue"/>
                <a:ea typeface="Helvetica Neue"/>
                <a:cs typeface="Helvetica Neue"/>
                <a:sym typeface="Helvetica Neue"/>
              </a:rPr>
              <a:t>Li</a:t>
            </a:r>
            <a:endParaRPr sz="1200" b="1" i="0" u="none" strike="noStrike" cap="none">
              <a:solidFill>
                <a:schemeClr val="dk1"/>
              </a:solidFill>
              <a:latin typeface="Helvetica Neue"/>
              <a:ea typeface="Helvetica Neue"/>
              <a:cs typeface="Helvetica Neue"/>
              <a:sym typeface="Helvetica Neue"/>
            </a:endParaRPr>
          </a:p>
          <a:p>
            <a:pPr marL="0" marR="0" lvl="0" indent="0" algn="l" rtl="0">
              <a:lnSpc>
                <a:spcPct val="70000"/>
              </a:lnSpc>
              <a:spcBef>
                <a:spcPts val="800"/>
              </a:spcBef>
              <a:spcAft>
                <a:spcPts val="0"/>
              </a:spcAft>
              <a:buClr>
                <a:srgbClr val="800000"/>
              </a:buClr>
              <a:buSzPts val="1100"/>
              <a:buFont typeface="Arial"/>
              <a:buNone/>
            </a:pPr>
            <a:r>
              <a:rPr lang="en" sz="1200" b="1" i="0" u="none" strike="noStrike" cap="none">
                <a:solidFill>
                  <a:schemeClr val="dk1"/>
                </a:solidFill>
                <a:latin typeface="Helvetica Neue"/>
                <a:ea typeface="Helvetica Neue"/>
                <a:cs typeface="Helvetica Neue"/>
                <a:sym typeface="Helvetica Neue"/>
              </a:rPr>
              <a:t>March 2025</a:t>
            </a:r>
            <a:endParaRPr sz="1200" b="1" i="0" u="none" strike="noStrike" cap="none">
              <a:solidFill>
                <a:schemeClr val="lt1"/>
              </a:solidFill>
              <a:latin typeface="Helvetica Neue"/>
              <a:ea typeface="Helvetica Neue"/>
              <a:cs typeface="Helvetica Neue"/>
              <a:sym typeface="Helvetica Neue"/>
            </a:endParaRPr>
          </a:p>
          <a:p>
            <a:pPr marL="0" marR="0" lvl="0" indent="0" algn="ctr" rtl="0">
              <a:lnSpc>
                <a:spcPct val="70000"/>
              </a:lnSpc>
              <a:spcBef>
                <a:spcPts val="800"/>
              </a:spcBef>
              <a:spcAft>
                <a:spcPts val="0"/>
              </a:spcAft>
              <a:buClr>
                <a:srgbClr val="800000"/>
              </a:buClr>
              <a:buSzPts val="2100"/>
              <a:buFont typeface="Arial"/>
              <a:buNone/>
            </a:pPr>
            <a:endParaRPr sz="2100" b="1" i="0" u="none" strike="noStrike" cap="none">
              <a:solidFill>
                <a:schemeClr val="dk1"/>
              </a:solidFill>
              <a:latin typeface="Garamond"/>
              <a:ea typeface="Garamond"/>
              <a:cs typeface="Garamond"/>
              <a:sym typeface="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8"/>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t>Agenda</a:t>
            </a:r>
            <a:endParaRPr/>
          </a:p>
        </p:txBody>
      </p:sp>
      <p:sp>
        <p:nvSpPr>
          <p:cNvPr id="320" name="Google Shape;320;p38"/>
          <p:cNvSpPr txBox="1">
            <a:spLocks noGrp="1"/>
          </p:cNvSpPr>
          <p:nvPr>
            <p:ph type="body" idx="1"/>
          </p:nvPr>
        </p:nvSpPr>
        <p:spPr>
          <a:xfrm>
            <a:off x="628650" y="1150602"/>
            <a:ext cx="7886700" cy="3322200"/>
          </a:xfrm>
          <a:prstGeom prst="rect">
            <a:avLst/>
          </a:prstGeom>
        </p:spPr>
        <p:txBody>
          <a:bodyPr spcFirstLastPara="1" wrap="square" lIns="0" tIns="34275" rIns="0" bIns="34275" anchor="t" anchorCtr="0">
            <a:noAutofit/>
          </a:bodyPr>
          <a:lstStyle/>
          <a:p>
            <a:pPr marL="457200" lvl="0" indent="-342900" algn="l" rtl="0">
              <a:spcBef>
                <a:spcPts val="0"/>
              </a:spcBef>
              <a:spcAft>
                <a:spcPts val="0"/>
              </a:spcAft>
              <a:buSzPts val="1800"/>
              <a:buChar char="•"/>
            </a:pPr>
            <a:r>
              <a:rPr lang="en" sz="2000">
                <a:solidFill>
                  <a:schemeClr val="accent1"/>
                </a:solidFill>
              </a:rPr>
              <a:t>Business Problem &amp; Objectives</a:t>
            </a:r>
            <a:endParaRPr sz="2000">
              <a:solidFill>
                <a:schemeClr val="accent1"/>
              </a:solidFill>
            </a:endParaRPr>
          </a:p>
          <a:p>
            <a:pPr marL="457200" lvl="0" indent="-355600" algn="l" rtl="0">
              <a:spcBef>
                <a:spcPts val="0"/>
              </a:spcBef>
              <a:spcAft>
                <a:spcPts val="0"/>
              </a:spcAft>
              <a:buClr>
                <a:schemeClr val="accent1"/>
              </a:buClr>
              <a:buSzPts val="2000"/>
              <a:buChar char="•"/>
            </a:pPr>
            <a:r>
              <a:rPr lang="en" sz="2000">
                <a:solidFill>
                  <a:schemeClr val="accent1"/>
                </a:solidFill>
              </a:rPr>
              <a:t>Assumptions/Hypotheses about data and/or modeling</a:t>
            </a:r>
            <a:endParaRPr sz="2000">
              <a:solidFill>
                <a:schemeClr val="accent1"/>
              </a:solidFill>
            </a:endParaRPr>
          </a:p>
          <a:p>
            <a:pPr marL="457200" lvl="0" indent="-342900" algn="l" rtl="0">
              <a:spcBef>
                <a:spcPts val="0"/>
              </a:spcBef>
              <a:spcAft>
                <a:spcPts val="0"/>
              </a:spcAft>
              <a:buClr>
                <a:schemeClr val="accent1"/>
              </a:buClr>
              <a:buSzPts val="1800"/>
              <a:buChar char="•"/>
            </a:pPr>
            <a:r>
              <a:rPr lang="en">
                <a:solidFill>
                  <a:schemeClr val="accent1"/>
                </a:solidFill>
              </a:rPr>
              <a:t>Data Properties and EDA</a:t>
            </a:r>
            <a:endParaRPr>
              <a:solidFill>
                <a:schemeClr val="accent1"/>
              </a:solidFill>
            </a:endParaRPr>
          </a:p>
          <a:p>
            <a:pPr marL="457200" lvl="0" indent="-355600" algn="l" rtl="0">
              <a:spcBef>
                <a:spcPts val="0"/>
              </a:spcBef>
              <a:spcAft>
                <a:spcPts val="0"/>
              </a:spcAft>
              <a:buClr>
                <a:schemeClr val="accent1"/>
              </a:buClr>
              <a:buSzPts val="2000"/>
              <a:buChar char="•"/>
            </a:pPr>
            <a:r>
              <a:rPr lang="en" sz="2000">
                <a:solidFill>
                  <a:schemeClr val="accent1"/>
                </a:solidFill>
              </a:rPr>
              <a:t>Data processing (anomaly detection, cleansing and imputations) and transformations</a:t>
            </a:r>
            <a:endParaRPr sz="2000">
              <a:solidFill>
                <a:schemeClr val="accent1"/>
              </a:solidFill>
            </a:endParaRPr>
          </a:p>
          <a:p>
            <a:pPr marL="457200" lvl="0" indent="-355600" algn="l" rtl="0">
              <a:spcBef>
                <a:spcPts val="0"/>
              </a:spcBef>
              <a:spcAft>
                <a:spcPts val="0"/>
              </a:spcAft>
              <a:buClr>
                <a:schemeClr val="accent1"/>
              </a:buClr>
              <a:buSzPts val="2000"/>
              <a:buChar char="•"/>
            </a:pPr>
            <a:r>
              <a:rPr lang="en" sz="2000">
                <a:solidFill>
                  <a:schemeClr val="accent1"/>
                </a:solidFill>
              </a:rPr>
              <a:t>Feature Engineering</a:t>
            </a:r>
            <a:endParaRPr sz="2000">
              <a:solidFill>
                <a:schemeClr val="accent1"/>
              </a:solidFill>
            </a:endParaRPr>
          </a:p>
          <a:p>
            <a:pPr marL="457200" lvl="0" indent="-355600" algn="l" rtl="0">
              <a:spcBef>
                <a:spcPts val="0"/>
              </a:spcBef>
              <a:spcAft>
                <a:spcPts val="0"/>
              </a:spcAft>
              <a:buClr>
                <a:schemeClr val="accent1"/>
              </a:buClr>
              <a:buSzPts val="2000"/>
              <a:buChar char="•"/>
            </a:pPr>
            <a:r>
              <a:rPr lang="en" sz="2000">
                <a:solidFill>
                  <a:schemeClr val="accent1"/>
                </a:solidFill>
              </a:rPr>
              <a:t>Proposed  Model Performance</a:t>
            </a:r>
            <a:endParaRPr sz="2000">
              <a:solidFill>
                <a:schemeClr val="accent1"/>
              </a:solidFill>
            </a:endParaRPr>
          </a:p>
          <a:p>
            <a:pPr marL="457200" lvl="0" indent="-355600" algn="l" rtl="0">
              <a:spcBef>
                <a:spcPts val="0"/>
              </a:spcBef>
              <a:spcAft>
                <a:spcPts val="0"/>
              </a:spcAft>
              <a:buClr>
                <a:schemeClr val="accent1"/>
              </a:buClr>
              <a:buSzPts val="2000"/>
              <a:buChar char="•"/>
            </a:pPr>
            <a:r>
              <a:rPr lang="en" sz="2000">
                <a:solidFill>
                  <a:schemeClr val="accent1"/>
                </a:solidFill>
              </a:rPr>
              <a:t>Model Results and Finding</a:t>
            </a:r>
            <a:endParaRPr sz="2000">
              <a:solidFill>
                <a:schemeClr val="accent1"/>
              </a:solidFill>
            </a:endParaRPr>
          </a:p>
          <a:p>
            <a:pPr marL="457200" lvl="0" indent="-355600" algn="l" rtl="0">
              <a:spcBef>
                <a:spcPts val="0"/>
              </a:spcBef>
              <a:spcAft>
                <a:spcPts val="0"/>
              </a:spcAft>
              <a:buClr>
                <a:schemeClr val="accent1"/>
              </a:buClr>
              <a:buSzPts val="2000"/>
              <a:buChar char="•"/>
            </a:pPr>
            <a:r>
              <a:rPr lang="en" sz="2000">
                <a:solidFill>
                  <a:schemeClr val="accent1"/>
                </a:solidFill>
              </a:rPr>
              <a:t>Future Work(limitation and Improvement)</a:t>
            </a:r>
            <a:endParaRPr sz="200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9"/>
          <p:cNvSpPr txBox="1">
            <a:spLocks noGrp="1"/>
          </p:cNvSpPr>
          <p:nvPr>
            <p:ph type="ctrTitle"/>
          </p:nvPr>
        </p:nvSpPr>
        <p:spPr>
          <a:xfrm>
            <a:off x="227521" y="199933"/>
            <a:ext cx="3732482" cy="518304"/>
          </a:xfrm>
          <a:prstGeom prst="rect">
            <a:avLst/>
          </a:prstGeom>
          <a:noFill/>
          <a:ln>
            <a:noFill/>
          </a:ln>
        </p:spPr>
        <p:txBody>
          <a:bodyPr spcFirstLastPara="1" wrap="square" lIns="0" tIns="34275" rIns="0" bIns="34275" anchor="b" anchorCtr="0">
            <a:noAutofit/>
          </a:bodyPr>
          <a:lstStyle/>
          <a:p>
            <a:pPr marL="0" lvl="0" indent="0" algn="l" rtl="0">
              <a:lnSpc>
                <a:spcPct val="90000"/>
              </a:lnSpc>
              <a:spcBef>
                <a:spcPts val="0"/>
              </a:spcBef>
              <a:spcAft>
                <a:spcPts val="0"/>
              </a:spcAft>
              <a:buClr>
                <a:schemeClr val="accent1"/>
              </a:buClr>
              <a:buSzPts val="2000"/>
              <a:buFont typeface="Helvetica Neue"/>
              <a:buNone/>
            </a:pPr>
            <a:r>
              <a:rPr lang="en" sz="2000">
                <a:latin typeface="Helvetica Neue"/>
                <a:ea typeface="Helvetica Neue"/>
                <a:cs typeface="Helvetica Neue"/>
                <a:sym typeface="Helvetica Neue"/>
              </a:rPr>
              <a:t>Business Problem &amp; Objectives</a:t>
            </a:r>
            <a:endParaRPr sz="2000">
              <a:latin typeface="Helvetica Neue"/>
              <a:ea typeface="Helvetica Neue"/>
              <a:cs typeface="Helvetica Neue"/>
              <a:sym typeface="Helvetica Neue"/>
            </a:endParaRPr>
          </a:p>
        </p:txBody>
      </p:sp>
      <p:sp>
        <p:nvSpPr>
          <p:cNvPr id="326" name="Google Shape;326;p39"/>
          <p:cNvSpPr txBox="1"/>
          <p:nvPr/>
        </p:nvSpPr>
        <p:spPr>
          <a:xfrm>
            <a:off x="8743951" y="4812000"/>
            <a:ext cx="363772" cy="273844"/>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500" b="0" i="0" u="none" strike="noStrike" cap="none">
                <a:solidFill>
                  <a:schemeClr val="lt1"/>
                </a:solidFill>
                <a:latin typeface="Arial"/>
                <a:ea typeface="Arial"/>
                <a:cs typeface="Arial"/>
                <a:sym typeface="Arial"/>
              </a:rPr>
              <a:t>2</a:t>
            </a:r>
            <a:endParaRPr sz="1100"/>
          </a:p>
        </p:txBody>
      </p:sp>
      <p:pic>
        <p:nvPicPr>
          <p:cNvPr id="327" name="Google Shape;327;p39" descr="텍스트, 스크린샷, 폰트, 레드이(가) 표시된 사진&#10;&#10;자동 생성된 설명"/>
          <p:cNvPicPr preferRelativeResize="0"/>
          <p:nvPr/>
        </p:nvPicPr>
        <p:blipFill rotWithShape="1">
          <a:blip r:embed="rId3">
            <a:alphaModFix/>
          </a:blip>
          <a:srcRect/>
          <a:stretch/>
        </p:blipFill>
        <p:spPr>
          <a:xfrm>
            <a:off x="0" y="4645072"/>
            <a:ext cx="9144000" cy="500063"/>
          </a:xfrm>
          <a:prstGeom prst="rect">
            <a:avLst/>
          </a:prstGeom>
          <a:noFill/>
          <a:ln>
            <a:noFill/>
          </a:ln>
        </p:spPr>
      </p:pic>
      <p:sp>
        <p:nvSpPr>
          <p:cNvPr id="328" name="Google Shape;328;p39"/>
          <p:cNvSpPr txBox="1"/>
          <p:nvPr/>
        </p:nvSpPr>
        <p:spPr>
          <a:xfrm>
            <a:off x="159400" y="1158125"/>
            <a:ext cx="3732600" cy="188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Calibri"/>
                <a:ea typeface="Calibri"/>
                <a:cs typeface="Calibri"/>
                <a:sym typeface="Calibri"/>
              </a:rPr>
              <a:t>Our project aims to assess the feasibility of accurately predicting six U.S. tech company stock prices using historical price and trading data alongside fundamental indicators. We will compare traditional statistical models with deep learning approaches to evaluate their performance in different market conditions.</a:t>
            </a:r>
            <a:endParaRPr b="1">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0"/>
          <p:cNvSpPr txBox="1">
            <a:spLocks noGrp="1"/>
          </p:cNvSpPr>
          <p:nvPr>
            <p:ph type="title"/>
          </p:nvPr>
        </p:nvSpPr>
        <p:spPr>
          <a:xfrm>
            <a:off x="628650" y="0"/>
            <a:ext cx="7886700" cy="984558"/>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Data properties (stationarity, correlations, data distribution) and Exploratory data analysis</a:t>
            </a:r>
            <a:endParaRPr/>
          </a:p>
        </p:txBody>
      </p:sp>
      <p:sp>
        <p:nvSpPr>
          <p:cNvPr id="334" name="Google Shape;334;p40"/>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4</a:t>
            </a:fld>
            <a:endParaRPr/>
          </a:p>
        </p:txBody>
      </p:sp>
      <p:pic>
        <p:nvPicPr>
          <p:cNvPr id="335" name="Google Shape;335;p40" descr="텍스트, 스크린샷, 폰트, 레드이(가) 표시된 사진"/>
          <p:cNvPicPr preferRelativeResize="0"/>
          <p:nvPr/>
        </p:nvPicPr>
        <p:blipFill rotWithShape="1">
          <a:blip r:embed="rId3">
            <a:alphaModFix/>
          </a:blip>
          <a:srcRect/>
          <a:stretch/>
        </p:blipFill>
        <p:spPr>
          <a:xfrm>
            <a:off x="0" y="4645072"/>
            <a:ext cx="9144000" cy="500063"/>
          </a:xfrm>
          <a:prstGeom prst="rect">
            <a:avLst/>
          </a:prstGeom>
          <a:noFill/>
          <a:ln>
            <a:noFill/>
          </a:ln>
        </p:spPr>
      </p:pic>
      <p:sp>
        <p:nvSpPr>
          <p:cNvPr id="336" name="Google Shape;336;p40"/>
          <p:cNvSpPr txBox="1">
            <a:spLocks noGrp="1"/>
          </p:cNvSpPr>
          <p:nvPr>
            <p:ph type="body" idx="1"/>
          </p:nvPr>
        </p:nvSpPr>
        <p:spPr>
          <a:xfrm>
            <a:off x="5120100" y="2544880"/>
            <a:ext cx="4023900" cy="1304400"/>
          </a:xfrm>
          <a:prstGeom prst="rect">
            <a:avLst/>
          </a:prstGeom>
          <a:noFill/>
          <a:ln>
            <a:noFill/>
          </a:ln>
        </p:spPr>
        <p:txBody>
          <a:bodyPr spcFirstLastPara="1" wrap="square" lIns="0" tIns="34275" rIns="0" bIns="34275" anchor="t" anchorCtr="0">
            <a:noAutofit/>
          </a:bodyPr>
          <a:lstStyle/>
          <a:p>
            <a:pPr marL="457200" lvl="0" indent="-298450" algn="l" rtl="0">
              <a:lnSpc>
                <a:spcPct val="115000"/>
              </a:lnSpc>
              <a:spcBef>
                <a:spcPts val="1200"/>
              </a:spcBef>
              <a:spcAft>
                <a:spcPts val="0"/>
              </a:spcAft>
              <a:buClr>
                <a:schemeClr val="dk1"/>
              </a:buClr>
              <a:buSzPts val="1100"/>
              <a:buChar char="●"/>
            </a:pPr>
            <a:r>
              <a:rPr lang="en" sz="1100" b="1" dirty="0">
                <a:solidFill>
                  <a:schemeClr val="dk1"/>
                </a:solidFill>
                <a:latin typeface="Arial"/>
                <a:ea typeface="Arial"/>
                <a:cs typeface="Arial"/>
                <a:sym typeface="Arial"/>
              </a:rPr>
              <a:t>All stock price time series are non-stationary</a:t>
            </a:r>
            <a:r>
              <a:rPr lang="en" sz="1100" dirty="0">
                <a:solidFill>
                  <a:schemeClr val="dk1"/>
                </a:solidFill>
                <a:latin typeface="Arial"/>
                <a:ea typeface="Arial"/>
                <a:cs typeface="Arial"/>
                <a:sym typeface="Arial"/>
              </a:rPr>
              <a:t>, as confirmed by ADF test results.</a:t>
            </a:r>
            <a:endParaRPr sz="1100" dirty="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latin typeface="Arial"/>
                <a:ea typeface="Arial"/>
                <a:cs typeface="Arial"/>
                <a:sym typeface="Arial"/>
              </a:rPr>
              <a:t>Trends and seasonal components</a:t>
            </a:r>
            <a:r>
              <a:rPr lang="en" sz="1100" dirty="0">
                <a:solidFill>
                  <a:schemeClr val="dk1"/>
                </a:solidFill>
                <a:latin typeface="Arial"/>
                <a:ea typeface="Arial"/>
                <a:cs typeface="Arial"/>
                <a:sym typeface="Arial"/>
              </a:rPr>
              <a:t> are present, requiring transformations like </a:t>
            </a:r>
            <a:r>
              <a:rPr lang="en" sz="1100" b="1" dirty="0">
                <a:solidFill>
                  <a:schemeClr val="dk1"/>
                </a:solidFill>
                <a:latin typeface="Arial"/>
                <a:ea typeface="Arial"/>
                <a:cs typeface="Arial"/>
                <a:sym typeface="Arial"/>
              </a:rPr>
              <a:t>differencing</a:t>
            </a:r>
            <a:r>
              <a:rPr lang="en" sz="1100" dirty="0">
                <a:solidFill>
                  <a:schemeClr val="dk1"/>
                </a:solidFill>
                <a:latin typeface="Arial"/>
                <a:ea typeface="Arial"/>
                <a:cs typeface="Arial"/>
                <a:sym typeface="Arial"/>
              </a:rPr>
              <a:t> before modeling.</a:t>
            </a:r>
            <a:endParaRPr sz="1100" dirty="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latin typeface="Arial"/>
                <a:ea typeface="Arial"/>
                <a:cs typeface="Arial"/>
                <a:sym typeface="Arial"/>
              </a:rPr>
              <a:t>Log returns are approximately normally distributed</a:t>
            </a:r>
            <a:r>
              <a:rPr lang="en" sz="1100" dirty="0">
                <a:solidFill>
                  <a:schemeClr val="dk1"/>
                </a:solidFill>
                <a:latin typeface="Arial"/>
                <a:ea typeface="Arial"/>
                <a:cs typeface="Arial"/>
                <a:sym typeface="Arial"/>
              </a:rPr>
              <a:t>, which is a useful property for financial modeling.</a:t>
            </a:r>
            <a:endParaRPr sz="1100" dirty="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latin typeface="Arial"/>
                <a:ea typeface="Arial"/>
                <a:cs typeface="Arial"/>
                <a:sym typeface="Arial"/>
              </a:rPr>
              <a:t>TSLA has lower correlations with other tech stocks</a:t>
            </a:r>
            <a:r>
              <a:rPr lang="en" sz="1100" dirty="0">
                <a:solidFill>
                  <a:schemeClr val="dk1"/>
                </a:solidFill>
                <a:latin typeface="Arial"/>
                <a:ea typeface="Arial"/>
                <a:cs typeface="Arial"/>
                <a:sym typeface="Arial"/>
              </a:rPr>
              <a:t>,</a:t>
            </a:r>
            <a:endParaRPr sz="1100" dirty="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 sz="1100" dirty="0">
                <a:solidFill>
                  <a:schemeClr val="dk1"/>
                </a:solidFill>
                <a:latin typeface="Arial"/>
                <a:ea typeface="Arial"/>
                <a:cs typeface="Arial"/>
                <a:sym typeface="Arial"/>
              </a:rPr>
              <a:t>Companies like </a:t>
            </a:r>
            <a:r>
              <a:rPr lang="en" sz="1100" b="1" dirty="0">
                <a:solidFill>
                  <a:schemeClr val="dk1"/>
                </a:solidFill>
                <a:latin typeface="Arial"/>
                <a:ea typeface="Arial"/>
                <a:cs typeface="Arial"/>
                <a:sym typeface="Arial"/>
              </a:rPr>
              <a:t>GOOGL, MSFT, AMZN, and META</a:t>
            </a:r>
            <a:r>
              <a:rPr lang="en" sz="1100" dirty="0">
                <a:solidFill>
                  <a:schemeClr val="dk1"/>
                </a:solidFill>
                <a:latin typeface="Arial"/>
                <a:ea typeface="Arial"/>
                <a:cs typeface="Arial"/>
                <a:sym typeface="Arial"/>
              </a:rPr>
              <a:t> have </a:t>
            </a:r>
            <a:r>
              <a:rPr lang="en" sz="1100" b="1" dirty="0">
                <a:solidFill>
                  <a:schemeClr val="dk1"/>
                </a:solidFill>
                <a:latin typeface="Arial"/>
                <a:ea typeface="Arial"/>
                <a:cs typeface="Arial"/>
                <a:sym typeface="Arial"/>
              </a:rPr>
              <a:t>higher correlations</a:t>
            </a:r>
            <a:r>
              <a:rPr lang="en" sz="1100" dirty="0">
                <a:solidFill>
                  <a:schemeClr val="dk1"/>
                </a:solidFill>
                <a:latin typeface="Arial"/>
                <a:ea typeface="Arial"/>
                <a:cs typeface="Arial"/>
                <a:sym typeface="Arial"/>
              </a:rPr>
              <a:t>.</a:t>
            </a:r>
            <a:endParaRPr sz="1100" dirty="0">
              <a:solidFill>
                <a:schemeClr val="dk1"/>
              </a:solidFill>
              <a:latin typeface="Arial"/>
              <a:ea typeface="Arial"/>
              <a:cs typeface="Arial"/>
              <a:sym typeface="Arial"/>
            </a:endParaRPr>
          </a:p>
        </p:txBody>
      </p:sp>
      <p:pic>
        <p:nvPicPr>
          <p:cNvPr id="337" name="Google Shape;337;p40"/>
          <p:cNvPicPr preferRelativeResize="0"/>
          <p:nvPr/>
        </p:nvPicPr>
        <p:blipFill>
          <a:blip r:embed="rId4">
            <a:alphaModFix/>
          </a:blip>
          <a:stretch>
            <a:fillRect/>
          </a:stretch>
        </p:blipFill>
        <p:spPr>
          <a:xfrm>
            <a:off x="108275" y="1185013"/>
            <a:ext cx="1596001" cy="1376516"/>
          </a:xfrm>
          <a:prstGeom prst="rect">
            <a:avLst/>
          </a:prstGeom>
          <a:noFill/>
          <a:ln>
            <a:noFill/>
          </a:ln>
        </p:spPr>
      </p:pic>
      <p:pic>
        <p:nvPicPr>
          <p:cNvPr id="338" name="Google Shape;338;p40"/>
          <p:cNvPicPr preferRelativeResize="0"/>
          <p:nvPr/>
        </p:nvPicPr>
        <p:blipFill>
          <a:blip r:embed="rId5">
            <a:alphaModFix/>
          </a:blip>
          <a:stretch>
            <a:fillRect/>
          </a:stretch>
        </p:blipFill>
        <p:spPr>
          <a:xfrm>
            <a:off x="1542615" y="1162390"/>
            <a:ext cx="1474875" cy="1421761"/>
          </a:xfrm>
          <a:prstGeom prst="rect">
            <a:avLst/>
          </a:prstGeom>
          <a:noFill/>
          <a:ln>
            <a:noFill/>
          </a:ln>
        </p:spPr>
      </p:pic>
      <p:pic>
        <p:nvPicPr>
          <p:cNvPr id="339" name="Google Shape;339;p40"/>
          <p:cNvPicPr preferRelativeResize="0"/>
          <p:nvPr/>
        </p:nvPicPr>
        <p:blipFill>
          <a:blip r:embed="rId6">
            <a:alphaModFix/>
          </a:blip>
          <a:stretch>
            <a:fillRect/>
          </a:stretch>
        </p:blipFill>
        <p:spPr>
          <a:xfrm>
            <a:off x="2973370" y="1149334"/>
            <a:ext cx="1474871" cy="1447879"/>
          </a:xfrm>
          <a:prstGeom prst="rect">
            <a:avLst/>
          </a:prstGeom>
          <a:noFill/>
          <a:ln>
            <a:noFill/>
          </a:ln>
        </p:spPr>
      </p:pic>
      <p:pic>
        <p:nvPicPr>
          <p:cNvPr id="340" name="Google Shape;340;p40"/>
          <p:cNvPicPr preferRelativeResize="0"/>
          <p:nvPr/>
        </p:nvPicPr>
        <p:blipFill>
          <a:blip r:embed="rId7">
            <a:alphaModFix/>
          </a:blip>
          <a:stretch>
            <a:fillRect/>
          </a:stretch>
        </p:blipFill>
        <p:spPr>
          <a:xfrm>
            <a:off x="5955722" y="1139767"/>
            <a:ext cx="1523942" cy="1405113"/>
          </a:xfrm>
          <a:prstGeom prst="rect">
            <a:avLst/>
          </a:prstGeom>
          <a:noFill/>
          <a:ln>
            <a:noFill/>
          </a:ln>
        </p:spPr>
      </p:pic>
      <p:pic>
        <p:nvPicPr>
          <p:cNvPr id="341" name="Google Shape;341;p40"/>
          <p:cNvPicPr preferRelativeResize="0"/>
          <p:nvPr/>
        </p:nvPicPr>
        <p:blipFill>
          <a:blip r:embed="rId8">
            <a:alphaModFix/>
          </a:blip>
          <a:stretch>
            <a:fillRect/>
          </a:stretch>
        </p:blipFill>
        <p:spPr>
          <a:xfrm>
            <a:off x="4464554" y="1170714"/>
            <a:ext cx="1474869" cy="1405123"/>
          </a:xfrm>
          <a:prstGeom prst="rect">
            <a:avLst/>
          </a:prstGeom>
          <a:noFill/>
          <a:ln>
            <a:noFill/>
          </a:ln>
        </p:spPr>
      </p:pic>
      <p:pic>
        <p:nvPicPr>
          <p:cNvPr id="342" name="Google Shape;342;p40"/>
          <p:cNvPicPr preferRelativeResize="0"/>
          <p:nvPr/>
        </p:nvPicPr>
        <p:blipFill rotWithShape="1">
          <a:blip r:embed="rId9">
            <a:alphaModFix/>
          </a:blip>
          <a:srcRect b="49914"/>
          <a:stretch/>
        </p:blipFill>
        <p:spPr>
          <a:xfrm>
            <a:off x="108263" y="2945325"/>
            <a:ext cx="1686075" cy="1304374"/>
          </a:xfrm>
          <a:prstGeom prst="rect">
            <a:avLst/>
          </a:prstGeom>
          <a:noFill/>
          <a:ln>
            <a:noFill/>
          </a:ln>
        </p:spPr>
      </p:pic>
      <p:pic>
        <p:nvPicPr>
          <p:cNvPr id="343" name="Google Shape;343;p40"/>
          <p:cNvPicPr preferRelativeResize="0"/>
          <p:nvPr/>
        </p:nvPicPr>
        <p:blipFill rotWithShape="1">
          <a:blip r:embed="rId9">
            <a:alphaModFix/>
          </a:blip>
          <a:srcRect t="49914"/>
          <a:stretch/>
        </p:blipFill>
        <p:spPr>
          <a:xfrm>
            <a:off x="1542625" y="2945325"/>
            <a:ext cx="1686075" cy="1304374"/>
          </a:xfrm>
          <a:prstGeom prst="rect">
            <a:avLst/>
          </a:prstGeom>
          <a:noFill/>
          <a:ln>
            <a:noFill/>
          </a:ln>
        </p:spPr>
      </p:pic>
      <p:pic>
        <p:nvPicPr>
          <p:cNvPr id="344" name="Google Shape;344;p40"/>
          <p:cNvPicPr preferRelativeResize="0"/>
          <p:nvPr/>
        </p:nvPicPr>
        <p:blipFill>
          <a:blip r:embed="rId10">
            <a:alphaModFix/>
          </a:blip>
          <a:stretch>
            <a:fillRect/>
          </a:stretch>
        </p:blipFill>
        <p:spPr>
          <a:xfrm>
            <a:off x="7512277" y="1131438"/>
            <a:ext cx="1407297" cy="1421766"/>
          </a:xfrm>
          <a:prstGeom prst="rect">
            <a:avLst/>
          </a:prstGeom>
          <a:noFill/>
          <a:ln>
            <a:noFill/>
          </a:ln>
        </p:spPr>
      </p:pic>
      <p:pic>
        <p:nvPicPr>
          <p:cNvPr id="345" name="Google Shape;345;p40"/>
          <p:cNvPicPr preferRelativeResize="0"/>
          <p:nvPr/>
        </p:nvPicPr>
        <p:blipFill>
          <a:blip r:embed="rId11">
            <a:alphaModFix/>
          </a:blip>
          <a:stretch>
            <a:fillRect/>
          </a:stretch>
        </p:blipFill>
        <p:spPr>
          <a:xfrm>
            <a:off x="3112549" y="2970650"/>
            <a:ext cx="2054024" cy="1447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1"/>
          <p:cNvSpPr txBox="1">
            <a:spLocks noGrp="1"/>
          </p:cNvSpPr>
          <p:nvPr>
            <p:ph type="title"/>
          </p:nvPr>
        </p:nvSpPr>
        <p:spPr>
          <a:xfrm>
            <a:off x="628650" y="0"/>
            <a:ext cx="7886700" cy="984558"/>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Data processing (anomaly detection, cleansing and imputations) and transformations </a:t>
            </a:r>
            <a:endParaRPr/>
          </a:p>
        </p:txBody>
      </p:sp>
      <p:sp>
        <p:nvSpPr>
          <p:cNvPr id="351" name="Google Shape;351;p41"/>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5</a:t>
            </a:fld>
            <a:endParaRPr/>
          </a:p>
        </p:txBody>
      </p:sp>
      <p:pic>
        <p:nvPicPr>
          <p:cNvPr id="352" name="Google Shape;352;p41"/>
          <p:cNvPicPr preferRelativeResize="0"/>
          <p:nvPr/>
        </p:nvPicPr>
        <p:blipFill>
          <a:blip r:embed="rId3">
            <a:alphaModFix/>
          </a:blip>
          <a:stretch>
            <a:fillRect/>
          </a:stretch>
        </p:blipFill>
        <p:spPr>
          <a:xfrm>
            <a:off x="287025" y="1229815"/>
            <a:ext cx="1554481" cy="731520"/>
          </a:xfrm>
          <a:prstGeom prst="rect">
            <a:avLst/>
          </a:prstGeom>
          <a:noFill/>
          <a:ln>
            <a:noFill/>
          </a:ln>
        </p:spPr>
      </p:pic>
      <p:pic>
        <p:nvPicPr>
          <p:cNvPr id="353" name="Google Shape;353;p41"/>
          <p:cNvPicPr preferRelativeResize="0"/>
          <p:nvPr/>
        </p:nvPicPr>
        <p:blipFill>
          <a:blip r:embed="rId4">
            <a:alphaModFix/>
          </a:blip>
          <a:stretch>
            <a:fillRect/>
          </a:stretch>
        </p:blipFill>
        <p:spPr>
          <a:xfrm>
            <a:off x="287020" y="2014645"/>
            <a:ext cx="1554480" cy="1097280"/>
          </a:xfrm>
          <a:prstGeom prst="rect">
            <a:avLst/>
          </a:prstGeom>
          <a:noFill/>
          <a:ln>
            <a:noFill/>
          </a:ln>
        </p:spPr>
      </p:pic>
      <p:pic>
        <p:nvPicPr>
          <p:cNvPr id="354" name="Google Shape;354;p41"/>
          <p:cNvPicPr preferRelativeResize="0"/>
          <p:nvPr/>
        </p:nvPicPr>
        <p:blipFill>
          <a:blip r:embed="rId5">
            <a:alphaModFix/>
          </a:blip>
          <a:stretch>
            <a:fillRect/>
          </a:stretch>
        </p:blipFill>
        <p:spPr>
          <a:xfrm>
            <a:off x="1975310" y="1213250"/>
            <a:ext cx="1554481" cy="731520"/>
          </a:xfrm>
          <a:prstGeom prst="rect">
            <a:avLst/>
          </a:prstGeom>
          <a:noFill/>
          <a:ln>
            <a:noFill/>
          </a:ln>
        </p:spPr>
      </p:pic>
      <p:pic>
        <p:nvPicPr>
          <p:cNvPr id="355" name="Google Shape;355;p41"/>
          <p:cNvPicPr preferRelativeResize="0"/>
          <p:nvPr/>
        </p:nvPicPr>
        <p:blipFill>
          <a:blip r:embed="rId6">
            <a:alphaModFix/>
          </a:blip>
          <a:stretch>
            <a:fillRect/>
          </a:stretch>
        </p:blipFill>
        <p:spPr>
          <a:xfrm>
            <a:off x="2040885" y="2006381"/>
            <a:ext cx="1554480" cy="1097280"/>
          </a:xfrm>
          <a:prstGeom prst="rect">
            <a:avLst/>
          </a:prstGeom>
          <a:noFill/>
          <a:ln>
            <a:noFill/>
          </a:ln>
        </p:spPr>
      </p:pic>
      <p:pic>
        <p:nvPicPr>
          <p:cNvPr id="356" name="Google Shape;356;p41"/>
          <p:cNvPicPr preferRelativeResize="0"/>
          <p:nvPr/>
        </p:nvPicPr>
        <p:blipFill>
          <a:blip r:embed="rId7">
            <a:alphaModFix/>
          </a:blip>
          <a:stretch>
            <a:fillRect/>
          </a:stretch>
        </p:blipFill>
        <p:spPr>
          <a:xfrm>
            <a:off x="3697269" y="1200304"/>
            <a:ext cx="1554481" cy="731520"/>
          </a:xfrm>
          <a:prstGeom prst="rect">
            <a:avLst/>
          </a:prstGeom>
          <a:noFill/>
          <a:ln>
            <a:noFill/>
          </a:ln>
        </p:spPr>
      </p:pic>
      <p:pic>
        <p:nvPicPr>
          <p:cNvPr id="357" name="Google Shape;357;p41"/>
          <p:cNvPicPr preferRelativeResize="0"/>
          <p:nvPr/>
        </p:nvPicPr>
        <p:blipFill>
          <a:blip r:embed="rId8">
            <a:alphaModFix/>
          </a:blip>
          <a:stretch>
            <a:fillRect/>
          </a:stretch>
        </p:blipFill>
        <p:spPr>
          <a:xfrm>
            <a:off x="3794753" y="2065314"/>
            <a:ext cx="1554480" cy="1094444"/>
          </a:xfrm>
          <a:prstGeom prst="rect">
            <a:avLst/>
          </a:prstGeom>
          <a:noFill/>
          <a:ln>
            <a:noFill/>
          </a:ln>
        </p:spPr>
      </p:pic>
      <p:pic>
        <p:nvPicPr>
          <p:cNvPr id="358" name="Google Shape;358;p41"/>
          <p:cNvPicPr preferRelativeResize="0"/>
          <p:nvPr/>
        </p:nvPicPr>
        <p:blipFill>
          <a:blip r:embed="rId9">
            <a:alphaModFix/>
          </a:blip>
          <a:stretch>
            <a:fillRect/>
          </a:stretch>
        </p:blipFill>
        <p:spPr>
          <a:xfrm>
            <a:off x="5424741" y="1211268"/>
            <a:ext cx="1554481" cy="731520"/>
          </a:xfrm>
          <a:prstGeom prst="rect">
            <a:avLst/>
          </a:prstGeom>
          <a:noFill/>
          <a:ln>
            <a:noFill/>
          </a:ln>
        </p:spPr>
      </p:pic>
      <p:pic>
        <p:nvPicPr>
          <p:cNvPr id="359" name="Google Shape;359;p41"/>
          <p:cNvPicPr preferRelativeResize="0"/>
          <p:nvPr/>
        </p:nvPicPr>
        <p:blipFill>
          <a:blip r:embed="rId10">
            <a:alphaModFix/>
          </a:blip>
          <a:stretch>
            <a:fillRect/>
          </a:stretch>
        </p:blipFill>
        <p:spPr>
          <a:xfrm>
            <a:off x="5424757" y="2069390"/>
            <a:ext cx="1554480" cy="1097280"/>
          </a:xfrm>
          <a:prstGeom prst="rect">
            <a:avLst/>
          </a:prstGeom>
          <a:noFill/>
          <a:ln>
            <a:noFill/>
          </a:ln>
        </p:spPr>
      </p:pic>
      <p:pic>
        <p:nvPicPr>
          <p:cNvPr id="360" name="Google Shape;360;p41"/>
          <p:cNvPicPr preferRelativeResize="0"/>
          <p:nvPr/>
        </p:nvPicPr>
        <p:blipFill>
          <a:blip r:embed="rId11">
            <a:alphaModFix/>
          </a:blip>
          <a:stretch>
            <a:fillRect/>
          </a:stretch>
        </p:blipFill>
        <p:spPr>
          <a:xfrm>
            <a:off x="7107525" y="1211275"/>
            <a:ext cx="1554481" cy="731520"/>
          </a:xfrm>
          <a:prstGeom prst="rect">
            <a:avLst/>
          </a:prstGeom>
          <a:noFill/>
          <a:ln>
            <a:noFill/>
          </a:ln>
        </p:spPr>
      </p:pic>
      <p:pic>
        <p:nvPicPr>
          <p:cNvPr id="361" name="Google Shape;361;p41"/>
          <p:cNvPicPr preferRelativeResize="0"/>
          <p:nvPr/>
        </p:nvPicPr>
        <p:blipFill>
          <a:blip r:embed="rId12">
            <a:alphaModFix/>
          </a:blip>
          <a:stretch>
            <a:fillRect/>
          </a:stretch>
        </p:blipFill>
        <p:spPr>
          <a:xfrm flipH="1">
            <a:off x="7107527" y="2069381"/>
            <a:ext cx="1554480" cy="1097280"/>
          </a:xfrm>
          <a:prstGeom prst="rect">
            <a:avLst/>
          </a:prstGeom>
          <a:noFill/>
          <a:ln>
            <a:noFill/>
          </a:ln>
        </p:spPr>
      </p:pic>
      <p:pic>
        <p:nvPicPr>
          <p:cNvPr id="362" name="Google Shape;362;p41"/>
          <p:cNvPicPr preferRelativeResize="0"/>
          <p:nvPr/>
        </p:nvPicPr>
        <p:blipFill>
          <a:blip r:embed="rId13">
            <a:alphaModFix/>
          </a:blip>
          <a:stretch>
            <a:fillRect/>
          </a:stretch>
        </p:blipFill>
        <p:spPr>
          <a:xfrm>
            <a:off x="200600" y="3165248"/>
            <a:ext cx="2897100" cy="1558440"/>
          </a:xfrm>
          <a:prstGeom prst="rect">
            <a:avLst/>
          </a:prstGeom>
          <a:noFill/>
          <a:ln>
            <a:noFill/>
          </a:ln>
        </p:spPr>
      </p:pic>
      <p:sp>
        <p:nvSpPr>
          <p:cNvPr id="363" name="Google Shape;363;p41"/>
          <p:cNvSpPr txBox="1"/>
          <p:nvPr/>
        </p:nvSpPr>
        <p:spPr>
          <a:xfrm>
            <a:off x="3047900" y="3293250"/>
            <a:ext cx="5928300" cy="1369800"/>
          </a:xfrm>
          <a:prstGeom prst="rect">
            <a:avLst/>
          </a:prstGeom>
          <a:noFill/>
          <a:ln>
            <a:noFill/>
          </a:ln>
        </p:spPr>
        <p:txBody>
          <a:bodyPr spcFirstLastPara="1" wrap="square" lIns="91425" tIns="91425" rIns="91425" bIns="91425" anchor="t" anchorCtr="0">
            <a:spAutoFit/>
          </a:bodyPr>
          <a:lstStyle/>
          <a:p>
            <a:pPr marL="457200" lvl="0" indent="-298450" algn="l" rtl="0">
              <a:spcBef>
                <a:spcPts val="0"/>
              </a:spcBef>
              <a:spcAft>
                <a:spcPts val="0"/>
              </a:spcAft>
              <a:buClr>
                <a:schemeClr val="dk1"/>
              </a:buClr>
              <a:buSzPts val="1100"/>
              <a:buChar char="●"/>
            </a:pPr>
            <a:r>
              <a:rPr lang="en" sz="1100" b="1">
                <a:solidFill>
                  <a:schemeClr val="dk1"/>
                </a:solidFill>
              </a:rPr>
              <a:t>All stocks show strong trends &amp; increasing volatility</a:t>
            </a:r>
            <a:r>
              <a:rPr lang="en" sz="1100">
                <a:solidFill>
                  <a:schemeClr val="dk1"/>
                </a:solidFill>
              </a:rPr>
              <a:t>, indicating </a:t>
            </a:r>
            <a:r>
              <a:rPr lang="en" sz="1100" b="1">
                <a:solidFill>
                  <a:schemeClr val="dk1"/>
                </a:solidFill>
              </a:rPr>
              <a:t>non-stationarity</a:t>
            </a:r>
            <a:r>
              <a:rPr lang="en" sz="1100">
                <a:solidFill>
                  <a:schemeClr val="dk1"/>
                </a:solidFill>
              </a:rPr>
              <a:t>.</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Transformations applied</a:t>
            </a:r>
            <a:r>
              <a:rPr lang="en" sz="1100">
                <a:solidFill>
                  <a:schemeClr val="dk1"/>
                </a:solidFill>
              </a:rPr>
              <a:t> (log transform &amp; differencing) aim to </a:t>
            </a:r>
            <a:r>
              <a:rPr lang="en" sz="1100" b="1">
                <a:solidFill>
                  <a:schemeClr val="dk1"/>
                </a:solidFill>
              </a:rPr>
              <a:t>stabilize variance</a:t>
            </a:r>
            <a:r>
              <a:rPr lang="en" sz="1100">
                <a:solidFill>
                  <a:schemeClr val="dk1"/>
                </a:solidFill>
              </a:rPr>
              <a:t> and ensure stationarity.</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ACF &amp; PACF plots</a:t>
            </a:r>
            <a:r>
              <a:rPr lang="en" sz="1100">
                <a:solidFill>
                  <a:schemeClr val="dk1"/>
                </a:solidFill>
              </a:rPr>
              <a:t> suggest autoregressive (AR) and moving average (MA) components should be considered.</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Adding market-wide indicators (S&amp;P 500, VIX)</a:t>
            </a:r>
            <a:r>
              <a:rPr lang="en" sz="1100">
                <a:solidFill>
                  <a:schemeClr val="dk1"/>
                </a:solidFill>
              </a:rPr>
              <a:t> enriches the dataset and can improve </a:t>
            </a:r>
            <a:r>
              <a:rPr lang="en" sz="1100" b="1">
                <a:solidFill>
                  <a:schemeClr val="dk1"/>
                </a:solidFill>
              </a:rPr>
              <a:t>forecasting accuracy</a:t>
            </a:r>
            <a:r>
              <a:rPr lang="en" sz="1100">
                <a:solidFill>
                  <a:schemeClr val="dk1"/>
                </a:solidFill>
              </a:rPr>
              <a:t>.</a:t>
            </a:r>
            <a:endParaRPr sz="1100" b="1">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2"/>
          <p:cNvSpPr txBox="1">
            <a:spLocks noGrp="1"/>
          </p:cNvSpPr>
          <p:nvPr>
            <p:ph type="title"/>
          </p:nvPr>
        </p:nvSpPr>
        <p:spPr>
          <a:xfrm>
            <a:off x="628650" y="0"/>
            <a:ext cx="7886700" cy="984558"/>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Feature engineering </a:t>
            </a:r>
            <a:endParaRPr/>
          </a:p>
        </p:txBody>
      </p:sp>
      <p:sp>
        <p:nvSpPr>
          <p:cNvPr id="369" name="Google Shape;369;p42"/>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6</a:t>
            </a:fld>
            <a:endParaRPr/>
          </a:p>
        </p:txBody>
      </p:sp>
      <p:pic>
        <p:nvPicPr>
          <p:cNvPr id="370" name="Google Shape;370;p42" descr="텍스트, 스크린샷, 폰트, 레드이(가) 표시된 사진"/>
          <p:cNvPicPr preferRelativeResize="0"/>
          <p:nvPr/>
        </p:nvPicPr>
        <p:blipFill rotWithShape="1">
          <a:blip r:embed="rId3">
            <a:alphaModFix/>
          </a:blip>
          <a:srcRect/>
          <a:stretch/>
        </p:blipFill>
        <p:spPr>
          <a:xfrm>
            <a:off x="0" y="4645072"/>
            <a:ext cx="9144000" cy="500063"/>
          </a:xfrm>
          <a:prstGeom prst="rect">
            <a:avLst/>
          </a:prstGeom>
          <a:noFill/>
          <a:ln>
            <a:noFill/>
          </a:ln>
        </p:spPr>
      </p:pic>
      <p:sp>
        <p:nvSpPr>
          <p:cNvPr id="371" name="Google Shape;371;p42"/>
          <p:cNvSpPr txBox="1">
            <a:spLocks noGrp="1"/>
          </p:cNvSpPr>
          <p:nvPr>
            <p:ph type="body" idx="1"/>
          </p:nvPr>
        </p:nvSpPr>
        <p:spPr>
          <a:xfrm>
            <a:off x="569177" y="984558"/>
            <a:ext cx="7886700" cy="3322200"/>
          </a:xfrm>
          <a:prstGeom prst="rect">
            <a:avLst/>
          </a:prstGeom>
          <a:noFill/>
          <a:ln>
            <a:noFill/>
          </a:ln>
        </p:spPr>
        <p:txBody>
          <a:bodyPr spcFirstLastPara="1" wrap="square" lIns="0" tIns="34275" rIns="0" bIns="34275" anchor="t" anchorCtr="0">
            <a:noAutofit/>
          </a:bodyPr>
          <a:lstStyle/>
          <a:p>
            <a:pPr marL="0" lvl="0" indent="0" algn="l" rtl="0">
              <a:lnSpc>
                <a:spcPct val="115000"/>
              </a:lnSpc>
              <a:spcBef>
                <a:spcPts val="1200"/>
              </a:spcBef>
              <a:spcAft>
                <a:spcPts val="0"/>
              </a:spcAft>
              <a:buSzPts val="1100"/>
              <a:buNone/>
            </a:pPr>
            <a:r>
              <a:rPr lang="en" sz="1100" b="1" dirty="0">
                <a:solidFill>
                  <a:schemeClr val="dk1"/>
                </a:solidFill>
                <a:latin typeface="Arial"/>
                <a:ea typeface="Arial"/>
                <a:cs typeface="Arial"/>
                <a:sym typeface="Arial"/>
              </a:rPr>
              <a:t>Raw Features: Close, High, Low</a:t>
            </a:r>
            <a:endParaRPr sz="1100" b="1" dirty="0">
              <a:solidFill>
                <a:schemeClr val="dk1"/>
              </a:solidFill>
              <a:latin typeface="Arial"/>
              <a:ea typeface="Arial"/>
              <a:cs typeface="Arial"/>
              <a:sym typeface="Arial"/>
            </a:endParaRPr>
          </a:p>
          <a:p>
            <a:pPr marL="0" lvl="0" indent="0" algn="l" rtl="0">
              <a:lnSpc>
                <a:spcPct val="115000"/>
              </a:lnSpc>
              <a:spcBef>
                <a:spcPts val="1200"/>
              </a:spcBef>
              <a:spcAft>
                <a:spcPts val="0"/>
              </a:spcAft>
              <a:buNone/>
            </a:pPr>
            <a:r>
              <a:rPr lang="en" sz="1100" b="1" dirty="0">
                <a:solidFill>
                  <a:schemeClr val="dk1"/>
                </a:solidFill>
                <a:latin typeface="Arial"/>
                <a:ea typeface="Arial"/>
                <a:cs typeface="Arial"/>
                <a:sym typeface="Arial"/>
              </a:rPr>
              <a:t>Derived Features:</a:t>
            </a:r>
            <a:r>
              <a:rPr lang="en" sz="1100" dirty="0">
                <a:solidFill>
                  <a:schemeClr val="dk1"/>
                </a:solidFill>
                <a:latin typeface="Arial"/>
                <a:ea typeface="Arial"/>
                <a:cs typeface="Arial"/>
                <a:sym typeface="Arial"/>
              </a:rPr>
              <a:t> </a:t>
            </a:r>
            <a:r>
              <a:rPr lang="en" sz="1100" b="1" dirty="0">
                <a:solidFill>
                  <a:schemeClr val="dk1"/>
                </a:solidFill>
                <a:latin typeface="Arial"/>
                <a:ea typeface="Arial"/>
                <a:cs typeface="Arial"/>
                <a:sym typeface="Arial"/>
              </a:rPr>
              <a:t>Lag1</a:t>
            </a:r>
            <a:r>
              <a:rPr lang="en" sz="1100" dirty="0">
                <a:solidFill>
                  <a:schemeClr val="dk1"/>
                </a:solidFill>
                <a:latin typeface="Arial"/>
                <a:ea typeface="Arial"/>
                <a:cs typeface="Arial"/>
                <a:sym typeface="Arial"/>
              </a:rPr>
              <a:t>, </a:t>
            </a:r>
            <a:r>
              <a:rPr lang="en" sz="1100" b="1" dirty="0">
                <a:solidFill>
                  <a:schemeClr val="dk1"/>
                </a:solidFill>
                <a:latin typeface="Arial"/>
                <a:ea typeface="Arial"/>
                <a:cs typeface="Arial"/>
                <a:sym typeface="Arial"/>
              </a:rPr>
              <a:t>Daily Range</a:t>
            </a:r>
            <a:r>
              <a:rPr lang="en" sz="1100" dirty="0">
                <a:solidFill>
                  <a:schemeClr val="dk1"/>
                </a:solidFill>
                <a:latin typeface="Arial"/>
                <a:ea typeface="Arial"/>
                <a:cs typeface="Arial"/>
                <a:sym typeface="Arial"/>
              </a:rPr>
              <a:t>, </a:t>
            </a:r>
            <a:r>
              <a:rPr lang="en" sz="1100" b="1" dirty="0">
                <a:solidFill>
                  <a:schemeClr val="dk1"/>
                </a:solidFill>
                <a:latin typeface="Arial"/>
                <a:ea typeface="Arial"/>
                <a:cs typeface="Arial"/>
                <a:sym typeface="Arial"/>
              </a:rPr>
              <a:t>SMA_7</a:t>
            </a:r>
            <a:r>
              <a:rPr lang="en" sz="1100" dirty="0">
                <a:solidFill>
                  <a:schemeClr val="dk1"/>
                </a:solidFill>
                <a:latin typeface="Arial"/>
                <a:ea typeface="Arial"/>
                <a:cs typeface="Arial"/>
                <a:sym typeface="Arial"/>
              </a:rPr>
              <a:t>, </a:t>
            </a:r>
            <a:r>
              <a:rPr lang="en" sz="1100" b="1" dirty="0">
                <a:solidFill>
                  <a:schemeClr val="dk1"/>
                </a:solidFill>
                <a:latin typeface="Arial"/>
                <a:ea typeface="Arial"/>
                <a:cs typeface="Arial"/>
                <a:sym typeface="Arial"/>
              </a:rPr>
              <a:t>RSI, Volatility</a:t>
            </a:r>
            <a:endParaRPr sz="1100" b="1" dirty="0">
              <a:solidFill>
                <a:schemeClr val="dk1"/>
              </a:solidFill>
              <a:latin typeface="Arial"/>
              <a:ea typeface="Arial"/>
              <a:cs typeface="Arial"/>
              <a:sym typeface="Arial"/>
            </a:endParaRPr>
          </a:p>
          <a:p>
            <a:pPr marL="0" lvl="0" indent="0" algn="l" rtl="0">
              <a:lnSpc>
                <a:spcPct val="115000"/>
              </a:lnSpc>
              <a:spcBef>
                <a:spcPts val="1200"/>
              </a:spcBef>
              <a:spcAft>
                <a:spcPts val="0"/>
              </a:spcAft>
              <a:buNone/>
            </a:pPr>
            <a:r>
              <a:rPr lang="en" sz="1100" b="1" dirty="0">
                <a:solidFill>
                  <a:schemeClr val="dk1"/>
                </a:solidFill>
                <a:latin typeface="Arial"/>
                <a:ea typeface="Arial"/>
                <a:cs typeface="Arial"/>
                <a:sym typeface="Arial"/>
              </a:rPr>
              <a:t>Handling Data for Backtesting</a:t>
            </a:r>
            <a:endParaRPr sz="1100" b="1" dirty="0">
              <a:solidFill>
                <a:schemeClr val="dk1"/>
              </a:solidFill>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 sz="1100" dirty="0">
                <a:solidFill>
                  <a:schemeClr val="dk1"/>
                </a:solidFill>
                <a:latin typeface="Arial"/>
                <a:ea typeface="Arial"/>
                <a:cs typeface="Arial"/>
                <a:sym typeface="Arial"/>
              </a:rPr>
              <a:t>To maintain </a:t>
            </a:r>
            <a:r>
              <a:rPr lang="en" sz="1100" b="1" dirty="0">
                <a:solidFill>
                  <a:schemeClr val="dk1"/>
                </a:solidFill>
                <a:latin typeface="Arial"/>
                <a:ea typeface="Arial"/>
                <a:cs typeface="Arial"/>
                <a:sym typeface="Arial"/>
              </a:rPr>
              <a:t>continuity</a:t>
            </a:r>
            <a:r>
              <a:rPr lang="en" sz="1100" dirty="0">
                <a:solidFill>
                  <a:schemeClr val="dk1"/>
                </a:solidFill>
                <a:latin typeface="Arial"/>
                <a:ea typeface="Arial"/>
                <a:cs typeface="Arial"/>
                <a:sym typeface="Arial"/>
              </a:rPr>
              <a:t>, backtest features were computed using the last few days of training data.</a:t>
            </a:r>
            <a:endParaRPr sz="1100" dirty="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latin typeface="Arial"/>
                <a:ea typeface="Arial"/>
                <a:cs typeface="Arial"/>
                <a:sym typeface="Arial"/>
              </a:rPr>
              <a:t>RSI and Volatility were computed with historical values to prevent lookahead bias</a:t>
            </a:r>
            <a:r>
              <a:rPr lang="en" sz="1100" dirty="0">
                <a:solidFill>
                  <a:schemeClr val="dk1"/>
                </a:solidFill>
                <a:latin typeface="Arial"/>
                <a:ea typeface="Arial"/>
                <a:cs typeface="Arial"/>
                <a:sym typeface="Arial"/>
              </a:rPr>
              <a:t>.</a:t>
            </a:r>
            <a:endParaRPr sz="1100" dirty="0">
              <a:solidFill>
                <a:schemeClr val="dk1"/>
              </a:solidFill>
              <a:latin typeface="Arial"/>
              <a:ea typeface="Arial"/>
              <a:cs typeface="Arial"/>
              <a:sym typeface="Arial"/>
            </a:endParaRPr>
          </a:p>
          <a:p>
            <a:pPr marL="0" lvl="0" indent="0" algn="l" rtl="0">
              <a:lnSpc>
                <a:spcPct val="115000"/>
              </a:lnSpc>
              <a:spcBef>
                <a:spcPts val="1200"/>
              </a:spcBef>
              <a:spcAft>
                <a:spcPts val="0"/>
              </a:spcAft>
              <a:buSzPts val="1100"/>
              <a:buNone/>
            </a:pPr>
            <a:r>
              <a:rPr lang="en" sz="1100" b="1" dirty="0">
                <a:solidFill>
                  <a:schemeClr val="dk1"/>
                </a:solidFill>
                <a:latin typeface="Arial"/>
                <a:ea typeface="Arial"/>
                <a:cs typeface="Arial"/>
                <a:sym typeface="Arial"/>
              </a:rPr>
              <a:t>Handling Missing Data: Forward fill (</a:t>
            </a:r>
            <a:r>
              <a:rPr lang="en" sz="1100" b="1" dirty="0">
                <a:solidFill>
                  <a:srgbClr val="188038"/>
                </a:solidFill>
                <a:latin typeface="Roboto Mono"/>
                <a:ea typeface="Roboto Mono"/>
                <a:cs typeface="Roboto Mono"/>
                <a:sym typeface="Roboto Mono"/>
              </a:rPr>
              <a:t>ffill</a:t>
            </a:r>
            <a:r>
              <a:rPr lang="en" sz="1100" b="1" dirty="0">
                <a:solidFill>
                  <a:schemeClr val="dk1"/>
                </a:solidFill>
                <a:latin typeface="Arial"/>
                <a:ea typeface="Arial"/>
                <a:cs typeface="Arial"/>
                <a:sym typeface="Arial"/>
              </a:rPr>
              <a:t>) was used to propagate last known values</a:t>
            </a:r>
            <a:r>
              <a:rPr lang="en" sz="1100" dirty="0">
                <a:solidFill>
                  <a:schemeClr val="dk1"/>
                </a:solidFill>
                <a:latin typeface="Arial"/>
                <a:ea typeface="Arial"/>
                <a:cs typeface="Arial"/>
                <a:sym typeface="Arial"/>
              </a:rPr>
              <a:t> to avoid NaNs.</a:t>
            </a:r>
            <a:endParaRPr sz="1100" dirty="0">
              <a:solidFill>
                <a:schemeClr val="dk1"/>
              </a:solidFill>
              <a:latin typeface="Arial"/>
              <a:ea typeface="Arial"/>
              <a:cs typeface="Arial"/>
              <a:sym typeface="Arial"/>
            </a:endParaRPr>
          </a:p>
          <a:p>
            <a:pPr marL="0" lvl="0" indent="0" algn="l" rtl="0">
              <a:lnSpc>
                <a:spcPct val="115000"/>
              </a:lnSpc>
              <a:spcBef>
                <a:spcPts val="1200"/>
              </a:spcBef>
              <a:spcAft>
                <a:spcPts val="0"/>
              </a:spcAft>
              <a:buSzPts val="1100"/>
              <a:buNone/>
            </a:pPr>
            <a:r>
              <a:rPr lang="en" sz="1100" b="1" dirty="0">
                <a:solidFill>
                  <a:schemeClr val="dk1"/>
                </a:solidFill>
                <a:latin typeface="Arial"/>
                <a:ea typeface="Arial"/>
                <a:cs typeface="Arial"/>
                <a:sym typeface="Arial"/>
              </a:rPr>
              <a:t>Feature Scaling (Normalization): Min-Max Scaling (0 to 1) was applied per feature per ticker</a:t>
            </a:r>
            <a:r>
              <a:rPr lang="en" sz="1100" dirty="0">
                <a:solidFill>
                  <a:schemeClr val="dk1"/>
                </a:solidFill>
                <a:latin typeface="Arial"/>
                <a:ea typeface="Arial"/>
                <a:cs typeface="Arial"/>
                <a:sym typeface="Arial"/>
              </a:rPr>
              <a:t> to standardize data for modeling. </a:t>
            </a:r>
            <a:r>
              <a:rPr lang="en" sz="1100" b="1" dirty="0">
                <a:solidFill>
                  <a:schemeClr val="dk1"/>
                </a:solidFill>
                <a:latin typeface="Arial"/>
                <a:ea typeface="Arial"/>
                <a:cs typeface="Arial"/>
                <a:sym typeface="Arial"/>
              </a:rPr>
              <a:t>Separate scalers were stored for backtesting to prevent data leakage.</a:t>
            </a:r>
            <a:endParaRPr sz="1100" b="1" dirty="0">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 sz="1100" b="1" dirty="0">
                <a:solidFill>
                  <a:schemeClr val="dk1"/>
                </a:solidFill>
                <a:latin typeface="Arial"/>
                <a:ea typeface="Arial"/>
                <a:cs typeface="Arial"/>
                <a:sym typeface="Arial"/>
              </a:rPr>
              <a:t>Data Validation</a:t>
            </a:r>
            <a:endParaRPr sz="1100" b="1" dirty="0">
              <a:solidFill>
                <a:schemeClr val="dk1"/>
              </a:solidFill>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 sz="1100" b="1" dirty="0">
                <a:solidFill>
                  <a:schemeClr val="dk1"/>
                </a:solidFill>
                <a:latin typeface="Arial"/>
                <a:ea typeface="Arial"/>
                <a:cs typeface="Arial"/>
                <a:sym typeface="Arial"/>
              </a:rPr>
              <a:t>No NaN values</a:t>
            </a:r>
            <a:r>
              <a:rPr lang="en" sz="1100" dirty="0">
                <a:solidFill>
                  <a:schemeClr val="dk1"/>
                </a:solidFill>
                <a:latin typeface="Arial"/>
                <a:ea typeface="Arial"/>
                <a:cs typeface="Arial"/>
                <a:sym typeface="Arial"/>
              </a:rPr>
              <a:t> remain after scaling and imputation.</a:t>
            </a:r>
            <a:endParaRPr sz="1100" dirty="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latin typeface="Arial"/>
                <a:ea typeface="Arial"/>
                <a:cs typeface="Arial"/>
                <a:sym typeface="Arial"/>
              </a:rPr>
              <a:t>Train Set</a:t>
            </a:r>
            <a:r>
              <a:rPr lang="en" sz="1100" dirty="0">
                <a:solidFill>
                  <a:schemeClr val="dk1"/>
                </a:solidFill>
                <a:latin typeface="Arial"/>
                <a:ea typeface="Arial"/>
                <a:cs typeface="Arial"/>
                <a:sym typeface="Arial"/>
              </a:rPr>
              <a:t>: 2,808 rows, spanning </a:t>
            </a:r>
            <a:r>
              <a:rPr lang="en" sz="1100" b="1" dirty="0">
                <a:solidFill>
                  <a:schemeClr val="dk1"/>
                </a:solidFill>
                <a:latin typeface="Arial"/>
                <a:ea typeface="Arial"/>
                <a:cs typeface="Arial"/>
                <a:sym typeface="Arial"/>
              </a:rPr>
              <a:t>2014-01-29 to 2024-11-01</a:t>
            </a:r>
            <a:r>
              <a:rPr lang="en" sz="1100" dirty="0">
                <a:solidFill>
                  <a:schemeClr val="dk1"/>
                </a:solidFill>
                <a:latin typeface="Arial"/>
                <a:ea typeface="Arial"/>
                <a:cs typeface="Arial"/>
                <a:sym typeface="Arial"/>
              </a:rPr>
              <a:t>.</a:t>
            </a:r>
            <a:endParaRPr sz="1100" dirty="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latin typeface="Arial"/>
                <a:ea typeface="Arial"/>
                <a:cs typeface="Arial"/>
                <a:sym typeface="Arial"/>
              </a:rPr>
              <a:t>Backtest Set</a:t>
            </a:r>
            <a:r>
              <a:rPr lang="en" sz="1100" dirty="0">
                <a:solidFill>
                  <a:schemeClr val="dk1"/>
                </a:solidFill>
                <a:latin typeface="Arial"/>
                <a:ea typeface="Arial"/>
                <a:cs typeface="Arial"/>
                <a:sym typeface="Arial"/>
              </a:rPr>
              <a:t>: 63 rows, spanning </a:t>
            </a:r>
            <a:r>
              <a:rPr lang="en" sz="1100" b="1" dirty="0">
                <a:solidFill>
                  <a:schemeClr val="dk1"/>
                </a:solidFill>
                <a:latin typeface="Arial"/>
                <a:ea typeface="Arial"/>
                <a:cs typeface="Arial"/>
                <a:sym typeface="Arial"/>
              </a:rPr>
              <a:t>2024-11-05 to 2025-01-30</a:t>
            </a:r>
            <a:r>
              <a:rPr lang="en" sz="1100" dirty="0">
                <a:solidFill>
                  <a:schemeClr val="dk1"/>
                </a:solidFill>
                <a:latin typeface="Arial"/>
                <a:ea typeface="Arial"/>
                <a:cs typeface="Arial"/>
                <a:sym typeface="Arial"/>
              </a:rPr>
              <a:t>.</a:t>
            </a:r>
            <a:endParaRPr sz="1100" dirty="0">
              <a:solidFill>
                <a:schemeClr val="dk1"/>
              </a:solidFill>
              <a:latin typeface="Arial"/>
              <a:ea typeface="Arial"/>
              <a:cs typeface="Arial"/>
              <a:sym typeface="Arial"/>
            </a:endParaRPr>
          </a:p>
          <a:p>
            <a:pPr marL="177800" lvl="0" indent="-63500" algn="l" rtl="0">
              <a:lnSpc>
                <a:spcPct val="90000"/>
              </a:lnSpc>
              <a:spcBef>
                <a:spcPts val="1200"/>
              </a:spcBef>
              <a:spcAft>
                <a:spcPts val="0"/>
              </a:spcAft>
              <a:buSzPts val="180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3"/>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t>Exponential Smoothing with a Recursive Sliding Window</a:t>
            </a:r>
            <a:endParaRPr/>
          </a:p>
        </p:txBody>
      </p:sp>
      <p:sp>
        <p:nvSpPr>
          <p:cNvPr id="377" name="Google Shape;377;p43"/>
          <p:cNvSpPr txBox="1">
            <a:spLocks noGrp="1"/>
          </p:cNvSpPr>
          <p:nvPr>
            <p:ph type="body" idx="1"/>
          </p:nvPr>
        </p:nvSpPr>
        <p:spPr>
          <a:xfrm>
            <a:off x="626400" y="918084"/>
            <a:ext cx="8517600" cy="3322200"/>
          </a:xfrm>
          <a:prstGeom prst="rect">
            <a:avLst/>
          </a:prstGeom>
        </p:spPr>
        <p:txBody>
          <a:bodyPr spcFirstLastPara="1" wrap="square" lIns="0" tIns="34275" rIns="0" bIns="34275" anchor="t" anchorCtr="0">
            <a:noAutofit/>
          </a:bodyPr>
          <a:lstStyle/>
          <a:p>
            <a:pPr marL="0" lvl="0" indent="0" algn="l" rtl="0">
              <a:lnSpc>
                <a:spcPct val="115000"/>
              </a:lnSpc>
              <a:spcBef>
                <a:spcPts val="1200"/>
              </a:spcBef>
              <a:spcAft>
                <a:spcPts val="0"/>
              </a:spcAft>
              <a:buNone/>
            </a:pPr>
            <a:r>
              <a:rPr lang="en" sz="1100" dirty="0">
                <a:solidFill>
                  <a:schemeClr val="dk1"/>
                </a:solidFill>
                <a:latin typeface="Arial"/>
                <a:ea typeface="Arial"/>
                <a:cs typeface="Arial"/>
                <a:sym typeface="Arial"/>
              </a:rPr>
              <a:t>We employ </a:t>
            </a:r>
            <a:r>
              <a:rPr lang="en" sz="1100" b="1" dirty="0">
                <a:solidFill>
                  <a:schemeClr val="dk1"/>
                </a:solidFill>
                <a:latin typeface="Arial"/>
                <a:ea typeface="Arial"/>
                <a:cs typeface="Arial"/>
                <a:sym typeface="Arial"/>
              </a:rPr>
              <a:t>Exponential Smoothing with a Recursive Sliding Window</a:t>
            </a:r>
            <a:r>
              <a:rPr lang="en" sz="1100" dirty="0">
                <a:solidFill>
                  <a:schemeClr val="dk1"/>
                </a:solidFill>
                <a:latin typeface="Arial"/>
                <a:ea typeface="Arial"/>
                <a:cs typeface="Arial"/>
                <a:sym typeface="Arial"/>
              </a:rPr>
              <a:t> to forecast stock prices for the next </a:t>
            </a:r>
            <a:r>
              <a:rPr lang="en" sz="1100" b="1" dirty="0">
                <a:solidFill>
                  <a:schemeClr val="dk1"/>
                </a:solidFill>
                <a:latin typeface="Arial"/>
                <a:ea typeface="Arial"/>
                <a:cs typeface="Arial"/>
                <a:sym typeface="Arial"/>
              </a:rPr>
              <a:t>three months </a:t>
            </a:r>
            <a:endParaRPr sz="1100" dirty="0">
              <a:solidFill>
                <a:schemeClr val="dk1"/>
              </a:solidFill>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Font typeface="Arial"/>
              <a:buChar char="●"/>
            </a:pPr>
            <a:r>
              <a:rPr lang="en" sz="1100" b="1" dirty="0">
                <a:solidFill>
                  <a:schemeClr val="dk1"/>
                </a:solidFill>
                <a:latin typeface="Arial"/>
                <a:ea typeface="Arial"/>
                <a:cs typeface="Arial"/>
                <a:sym typeface="Arial"/>
              </a:rPr>
              <a:t>Train-Test Split</a:t>
            </a:r>
            <a:endParaRPr sz="1100" b="1" dirty="0">
              <a:solidFill>
                <a:schemeClr val="dk1"/>
              </a:solidFill>
              <a:latin typeface="Arial"/>
              <a:ea typeface="Arial"/>
              <a:cs typeface="Arial"/>
              <a:sym typeface="Arial"/>
            </a:endParaRPr>
          </a:p>
          <a:p>
            <a:pPr marL="914400" lvl="1" indent="-298450" algn="l" rtl="0">
              <a:lnSpc>
                <a:spcPct val="115000"/>
              </a:lnSpc>
              <a:spcBef>
                <a:spcPts val="0"/>
              </a:spcBef>
              <a:spcAft>
                <a:spcPts val="0"/>
              </a:spcAft>
              <a:buClr>
                <a:schemeClr val="dk1"/>
              </a:buClr>
              <a:buSzPts val="1100"/>
              <a:buFont typeface="Arial"/>
              <a:buChar char="○"/>
            </a:pPr>
            <a:r>
              <a:rPr lang="en" sz="1100" dirty="0">
                <a:solidFill>
                  <a:schemeClr val="dk1"/>
                </a:solidFill>
                <a:latin typeface="Arial"/>
                <a:ea typeface="Arial"/>
                <a:cs typeface="Arial"/>
                <a:sym typeface="Arial"/>
              </a:rPr>
              <a:t>Each stock’s time series is split into </a:t>
            </a:r>
            <a:r>
              <a:rPr lang="en" sz="1100" b="1" dirty="0">
                <a:solidFill>
                  <a:schemeClr val="dk1"/>
                </a:solidFill>
                <a:latin typeface="Arial"/>
                <a:ea typeface="Arial"/>
                <a:cs typeface="Arial"/>
                <a:sym typeface="Arial"/>
              </a:rPr>
              <a:t>80% training data</a:t>
            </a:r>
            <a:r>
              <a:rPr lang="en" sz="1100" dirty="0">
                <a:solidFill>
                  <a:schemeClr val="dk1"/>
                </a:solidFill>
                <a:latin typeface="Arial"/>
                <a:ea typeface="Arial"/>
                <a:cs typeface="Arial"/>
                <a:sym typeface="Arial"/>
              </a:rPr>
              <a:t> and </a:t>
            </a:r>
            <a:r>
              <a:rPr lang="en" sz="1100" b="1" dirty="0">
                <a:solidFill>
                  <a:schemeClr val="dk1"/>
                </a:solidFill>
                <a:latin typeface="Arial"/>
                <a:ea typeface="Arial"/>
                <a:cs typeface="Arial"/>
                <a:sym typeface="Arial"/>
              </a:rPr>
              <a:t>20% testing data</a:t>
            </a:r>
            <a:r>
              <a:rPr lang="en" sz="1100" dirty="0">
                <a:solidFill>
                  <a:schemeClr val="dk1"/>
                </a:solidFill>
                <a:latin typeface="Arial"/>
                <a:ea typeface="Arial"/>
                <a:cs typeface="Arial"/>
                <a:sym typeface="Arial"/>
              </a:rPr>
              <a:t>, ensuring that the model is evaluated on unseen data.</a:t>
            </a:r>
            <a:endParaRPr sz="1100" dirty="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latin typeface="Arial"/>
                <a:ea typeface="Arial"/>
                <a:cs typeface="Arial"/>
                <a:sym typeface="Arial"/>
              </a:rPr>
              <a:t>Recursive Forecasting Approach</a:t>
            </a:r>
            <a:endParaRPr sz="1100" b="1" dirty="0">
              <a:solidFill>
                <a:schemeClr val="dk1"/>
              </a:solidFill>
              <a:latin typeface="Arial"/>
              <a:ea typeface="Arial"/>
              <a:cs typeface="Arial"/>
              <a:sym typeface="Aria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latin typeface="Arial"/>
                <a:ea typeface="Arial"/>
                <a:cs typeface="Arial"/>
                <a:sym typeface="Arial"/>
              </a:rPr>
              <a:t>A </a:t>
            </a:r>
            <a:r>
              <a:rPr lang="en" sz="1100" b="1" dirty="0">
                <a:solidFill>
                  <a:schemeClr val="dk1"/>
                </a:solidFill>
                <a:latin typeface="Arial"/>
                <a:ea typeface="Arial"/>
                <a:cs typeface="Arial"/>
                <a:sym typeface="Arial"/>
              </a:rPr>
              <a:t>Holt-Winters Exponential Smoothing Model</a:t>
            </a:r>
            <a:r>
              <a:rPr lang="en" sz="1100" dirty="0">
                <a:solidFill>
                  <a:schemeClr val="dk1"/>
                </a:solidFill>
                <a:latin typeface="Arial"/>
                <a:ea typeface="Arial"/>
                <a:cs typeface="Arial"/>
                <a:sym typeface="Arial"/>
              </a:rPr>
              <a:t> is applied with:</a:t>
            </a:r>
            <a:endParaRPr sz="1100" dirty="0">
              <a:solidFill>
                <a:schemeClr val="dk1"/>
              </a:solidFill>
              <a:latin typeface="Arial"/>
              <a:ea typeface="Arial"/>
              <a:cs typeface="Arial"/>
              <a:sym typeface="Arial"/>
            </a:endParaRPr>
          </a:p>
          <a:p>
            <a:pPr marL="1371600" lvl="2" indent="-298450" algn="l" rtl="0">
              <a:lnSpc>
                <a:spcPct val="115000"/>
              </a:lnSpc>
              <a:spcBef>
                <a:spcPts val="0"/>
              </a:spcBef>
              <a:spcAft>
                <a:spcPts val="0"/>
              </a:spcAft>
              <a:buClr>
                <a:schemeClr val="dk1"/>
              </a:buClr>
              <a:buSzPts val="1100"/>
              <a:buChar char="■"/>
            </a:pPr>
            <a:r>
              <a:rPr lang="en" sz="1100" b="1" dirty="0">
                <a:solidFill>
                  <a:schemeClr val="dk1"/>
                </a:solidFill>
                <a:latin typeface="Arial"/>
                <a:ea typeface="Arial"/>
                <a:cs typeface="Arial"/>
                <a:sym typeface="Arial"/>
              </a:rPr>
              <a:t>Additive trend</a:t>
            </a:r>
            <a:r>
              <a:rPr lang="en" sz="1100" dirty="0">
                <a:solidFill>
                  <a:schemeClr val="dk1"/>
                </a:solidFill>
                <a:latin typeface="Arial"/>
                <a:ea typeface="Arial"/>
                <a:cs typeface="Arial"/>
                <a:sym typeface="Arial"/>
              </a:rPr>
              <a:t> to capture price movement over time.</a:t>
            </a:r>
            <a:endParaRPr sz="1100" dirty="0">
              <a:solidFill>
                <a:schemeClr val="dk1"/>
              </a:solidFill>
              <a:latin typeface="Arial"/>
              <a:ea typeface="Arial"/>
              <a:cs typeface="Arial"/>
              <a:sym typeface="Arial"/>
            </a:endParaRPr>
          </a:p>
          <a:p>
            <a:pPr marL="1371600" lvl="2" indent="-298450" algn="l" rtl="0">
              <a:lnSpc>
                <a:spcPct val="115000"/>
              </a:lnSpc>
              <a:spcBef>
                <a:spcPts val="0"/>
              </a:spcBef>
              <a:spcAft>
                <a:spcPts val="0"/>
              </a:spcAft>
              <a:buClr>
                <a:schemeClr val="dk1"/>
              </a:buClr>
              <a:buSzPts val="1100"/>
              <a:buChar char="■"/>
            </a:pPr>
            <a:r>
              <a:rPr lang="en" sz="1100" b="1" dirty="0">
                <a:solidFill>
                  <a:schemeClr val="dk1"/>
                </a:solidFill>
                <a:latin typeface="Arial"/>
                <a:ea typeface="Arial"/>
                <a:cs typeface="Arial"/>
                <a:sym typeface="Arial"/>
              </a:rPr>
              <a:t>Damped trend</a:t>
            </a:r>
            <a:r>
              <a:rPr lang="en" sz="1100" dirty="0">
                <a:solidFill>
                  <a:schemeClr val="dk1"/>
                </a:solidFill>
                <a:latin typeface="Arial"/>
                <a:ea typeface="Arial"/>
                <a:cs typeface="Arial"/>
                <a:sym typeface="Arial"/>
              </a:rPr>
              <a:t> to prevent over-extrapolation.</a:t>
            </a:r>
            <a:endParaRPr sz="1100" dirty="0">
              <a:solidFill>
                <a:schemeClr val="dk1"/>
              </a:solidFill>
              <a:latin typeface="Arial"/>
              <a:ea typeface="Arial"/>
              <a:cs typeface="Arial"/>
              <a:sym typeface="Arial"/>
            </a:endParaRPr>
          </a:p>
          <a:p>
            <a:pPr marL="1371600" lvl="2" indent="-298450" algn="l" rtl="0">
              <a:lnSpc>
                <a:spcPct val="115000"/>
              </a:lnSpc>
              <a:spcBef>
                <a:spcPts val="0"/>
              </a:spcBef>
              <a:spcAft>
                <a:spcPts val="0"/>
              </a:spcAft>
              <a:buClr>
                <a:schemeClr val="dk1"/>
              </a:buClr>
              <a:buSzPts val="1100"/>
              <a:buChar char="■"/>
            </a:pPr>
            <a:r>
              <a:rPr lang="en" sz="1100" b="1" dirty="0">
                <a:solidFill>
                  <a:schemeClr val="dk1"/>
                </a:solidFill>
                <a:latin typeface="Arial"/>
                <a:ea typeface="Arial"/>
                <a:cs typeface="Arial"/>
                <a:sym typeface="Arial"/>
              </a:rPr>
              <a:t>Seasonality (63 business days ≈ 3 months)</a:t>
            </a:r>
            <a:r>
              <a:rPr lang="en" sz="1100" dirty="0">
                <a:solidFill>
                  <a:schemeClr val="dk1"/>
                </a:solidFill>
                <a:latin typeface="Arial"/>
                <a:ea typeface="Arial"/>
                <a:cs typeface="Arial"/>
                <a:sym typeface="Arial"/>
              </a:rPr>
              <a:t> to capture recurring patterns.</a:t>
            </a:r>
            <a:endParaRPr sz="1100" dirty="0">
              <a:solidFill>
                <a:schemeClr val="dk1"/>
              </a:solidFill>
              <a:latin typeface="Arial"/>
              <a:ea typeface="Arial"/>
              <a:cs typeface="Arial"/>
              <a:sym typeface="Aria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latin typeface="Arial"/>
                <a:ea typeface="Arial"/>
                <a:cs typeface="Arial"/>
                <a:sym typeface="Arial"/>
              </a:rPr>
              <a:t>A </a:t>
            </a:r>
            <a:r>
              <a:rPr lang="en" sz="1100" b="1" dirty="0">
                <a:solidFill>
                  <a:schemeClr val="dk1"/>
                </a:solidFill>
                <a:latin typeface="Arial"/>
                <a:ea typeface="Arial"/>
                <a:cs typeface="Arial"/>
                <a:sym typeface="Arial"/>
              </a:rPr>
              <a:t>recursive forecasting mechanism</a:t>
            </a:r>
            <a:r>
              <a:rPr lang="en" sz="1100" dirty="0">
                <a:solidFill>
                  <a:schemeClr val="dk1"/>
                </a:solidFill>
                <a:latin typeface="Arial"/>
                <a:ea typeface="Arial"/>
                <a:cs typeface="Arial"/>
                <a:sym typeface="Arial"/>
              </a:rPr>
              <a:t> is implemented where:</a:t>
            </a:r>
            <a:endParaRPr sz="1100" dirty="0">
              <a:solidFill>
                <a:schemeClr val="dk1"/>
              </a:solidFill>
              <a:latin typeface="Arial"/>
              <a:ea typeface="Arial"/>
              <a:cs typeface="Arial"/>
              <a:sym typeface="Arial"/>
            </a:endParaRPr>
          </a:p>
          <a:p>
            <a:pPr marL="1371600" lvl="2" indent="-298450" algn="l" rtl="0">
              <a:lnSpc>
                <a:spcPct val="115000"/>
              </a:lnSpc>
              <a:spcBef>
                <a:spcPts val="0"/>
              </a:spcBef>
              <a:spcAft>
                <a:spcPts val="0"/>
              </a:spcAft>
              <a:buClr>
                <a:schemeClr val="dk1"/>
              </a:buClr>
              <a:buSzPts val="1100"/>
              <a:buChar char="■"/>
            </a:pPr>
            <a:r>
              <a:rPr lang="en" sz="1100" dirty="0">
                <a:solidFill>
                  <a:schemeClr val="dk1"/>
                </a:solidFill>
                <a:latin typeface="Arial"/>
                <a:ea typeface="Arial"/>
                <a:cs typeface="Arial"/>
                <a:sym typeface="Arial"/>
              </a:rPr>
              <a:t>The predicted value is appended to the training set to continuously refine future predictions.</a:t>
            </a:r>
            <a:endParaRPr sz="1100" dirty="0">
              <a:solidFill>
                <a:schemeClr val="dk1"/>
              </a:solidFill>
              <a:latin typeface="Arial"/>
              <a:ea typeface="Arial"/>
              <a:cs typeface="Arial"/>
              <a:sym typeface="Arial"/>
            </a:endParaRPr>
          </a:p>
          <a:p>
            <a:pPr marL="1371600" lvl="2" indent="-298450" algn="l" rtl="0">
              <a:lnSpc>
                <a:spcPct val="115000"/>
              </a:lnSpc>
              <a:spcBef>
                <a:spcPts val="0"/>
              </a:spcBef>
              <a:spcAft>
                <a:spcPts val="0"/>
              </a:spcAft>
              <a:buClr>
                <a:schemeClr val="dk1"/>
              </a:buClr>
              <a:buSzPts val="1100"/>
              <a:buChar char="■"/>
            </a:pPr>
            <a:r>
              <a:rPr lang="en" sz="1100" dirty="0">
                <a:solidFill>
                  <a:schemeClr val="dk1"/>
                </a:solidFill>
                <a:latin typeface="Arial"/>
                <a:ea typeface="Arial"/>
                <a:cs typeface="Arial"/>
                <a:sym typeface="Arial"/>
              </a:rPr>
              <a:t>Small random noise is added to account for market fluctuations.</a:t>
            </a:r>
            <a:endParaRPr sz="1100" dirty="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Font typeface="Arial"/>
              <a:buChar char="●"/>
            </a:pPr>
            <a:r>
              <a:rPr lang="en" sz="1100" b="1" dirty="0">
                <a:solidFill>
                  <a:schemeClr val="dk1"/>
                </a:solidFill>
                <a:latin typeface="Arial"/>
                <a:ea typeface="Arial"/>
                <a:cs typeface="Arial"/>
                <a:sym typeface="Arial"/>
              </a:rPr>
              <a:t>Sliding Window Forecasting Approach</a:t>
            </a:r>
            <a:endParaRPr sz="1100" b="1" dirty="0">
              <a:solidFill>
                <a:schemeClr val="dk1"/>
              </a:solidFill>
              <a:latin typeface="Arial"/>
              <a:ea typeface="Arial"/>
              <a:cs typeface="Arial"/>
              <a:sym typeface="Arial"/>
            </a:endParaRPr>
          </a:p>
          <a:p>
            <a:pPr marL="914400" lvl="1" indent="-298450" algn="l" rtl="0">
              <a:lnSpc>
                <a:spcPct val="115000"/>
              </a:lnSpc>
              <a:spcBef>
                <a:spcPts val="0"/>
              </a:spcBef>
              <a:spcAft>
                <a:spcPts val="0"/>
              </a:spcAft>
              <a:buClr>
                <a:schemeClr val="dk1"/>
              </a:buClr>
              <a:buSzPts val="1100"/>
              <a:buFont typeface="Arial"/>
              <a:buChar char="○"/>
            </a:pPr>
            <a:r>
              <a:rPr lang="en" sz="1100" dirty="0">
                <a:solidFill>
                  <a:schemeClr val="dk1"/>
                </a:solidFill>
                <a:latin typeface="Arial"/>
                <a:ea typeface="Arial"/>
                <a:cs typeface="Arial"/>
                <a:sym typeface="Arial"/>
              </a:rPr>
              <a:t>A </a:t>
            </a:r>
            <a:r>
              <a:rPr lang="en" sz="1100" b="1" dirty="0">
                <a:solidFill>
                  <a:schemeClr val="dk1"/>
                </a:solidFill>
                <a:latin typeface="Arial"/>
                <a:ea typeface="Arial"/>
                <a:cs typeface="Arial"/>
                <a:sym typeface="Arial"/>
              </a:rPr>
              <a:t>504-business-day rolling window (~2 years)</a:t>
            </a:r>
            <a:r>
              <a:rPr lang="en" sz="1100" dirty="0">
                <a:solidFill>
                  <a:schemeClr val="dk1"/>
                </a:solidFill>
                <a:latin typeface="Arial"/>
                <a:ea typeface="Arial"/>
                <a:cs typeface="Arial"/>
                <a:sym typeface="Arial"/>
              </a:rPr>
              <a:t> is used as the training dataset.</a:t>
            </a:r>
            <a:endParaRPr sz="1100" dirty="0">
              <a:solidFill>
                <a:schemeClr val="dk1"/>
              </a:solidFill>
              <a:latin typeface="Arial"/>
              <a:ea typeface="Arial"/>
              <a:cs typeface="Arial"/>
              <a:sym typeface="Arial"/>
            </a:endParaRPr>
          </a:p>
          <a:p>
            <a:pPr marL="914400" lvl="1" indent="-298450" algn="l" rtl="0">
              <a:lnSpc>
                <a:spcPct val="115000"/>
              </a:lnSpc>
              <a:spcBef>
                <a:spcPts val="0"/>
              </a:spcBef>
              <a:spcAft>
                <a:spcPts val="0"/>
              </a:spcAft>
              <a:buClr>
                <a:schemeClr val="dk1"/>
              </a:buClr>
              <a:buSzPts val="1100"/>
              <a:buFont typeface="Arial"/>
              <a:buChar char="○"/>
            </a:pPr>
            <a:r>
              <a:rPr lang="en" sz="1100" dirty="0">
                <a:solidFill>
                  <a:schemeClr val="dk1"/>
                </a:solidFill>
                <a:latin typeface="Arial"/>
                <a:ea typeface="Arial"/>
                <a:cs typeface="Arial"/>
                <a:sym typeface="Arial"/>
              </a:rPr>
              <a:t>The model predicts </a:t>
            </a:r>
            <a:r>
              <a:rPr lang="en" sz="1100" b="1" dirty="0">
                <a:solidFill>
                  <a:schemeClr val="dk1"/>
                </a:solidFill>
                <a:latin typeface="Arial"/>
                <a:ea typeface="Arial"/>
                <a:cs typeface="Arial"/>
                <a:sym typeface="Arial"/>
              </a:rPr>
              <a:t>63 business days ahead</a:t>
            </a:r>
            <a:r>
              <a:rPr lang="en" sz="1100" dirty="0">
                <a:solidFill>
                  <a:schemeClr val="dk1"/>
                </a:solidFill>
                <a:latin typeface="Arial"/>
                <a:ea typeface="Arial"/>
                <a:cs typeface="Arial"/>
                <a:sym typeface="Arial"/>
              </a:rPr>
              <a:t>, updating its forecast iteratively.</a:t>
            </a:r>
            <a:endParaRPr sz="1100" dirty="0">
              <a:solidFill>
                <a:schemeClr val="dk1"/>
              </a:solidFill>
              <a:latin typeface="Arial"/>
              <a:ea typeface="Arial"/>
              <a:cs typeface="Arial"/>
              <a:sym typeface="Arial"/>
            </a:endParaRPr>
          </a:p>
          <a:p>
            <a:pPr marL="914400" lvl="1" indent="-298450" algn="l" rtl="0">
              <a:lnSpc>
                <a:spcPct val="115000"/>
              </a:lnSpc>
              <a:spcBef>
                <a:spcPts val="0"/>
              </a:spcBef>
              <a:spcAft>
                <a:spcPts val="0"/>
              </a:spcAft>
              <a:buClr>
                <a:schemeClr val="dk1"/>
              </a:buClr>
              <a:buSzPts val="1100"/>
              <a:buFont typeface="Arial"/>
              <a:buChar char="○"/>
            </a:pPr>
            <a:r>
              <a:rPr lang="en" sz="1100" dirty="0">
                <a:solidFill>
                  <a:schemeClr val="dk1"/>
                </a:solidFill>
                <a:latin typeface="Arial"/>
                <a:ea typeface="Arial"/>
                <a:cs typeface="Arial"/>
                <a:sym typeface="Arial"/>
              </a:rPr>
              <a:t>Instead of using a fixed dataset, the </a:t>
            </a:r>
            <a:r>
              <a:rPr lang="en" sz="1100" b="1" dirty="0">
                <a:solidFill>
                  <a:schemeClr val="dk1"/>
                </a:solidFill>
                <a:latin typeface="Arial"/>
                <a:ea typeface="Arial"/>
                <a:cs typeface="Arial"/>
                <a:sym typeface="Arial"/>
              </a:rPr>
              <a:t>training set slides forward</a:t>
            </a:r>
            <a:r>
              <a:rPr lang="en" sz="1100" dirty="0">
                <a:solidFill>
                  <a:schemeClr val="dk1"/>
                </a:solidFill>
                <a:latin typeface="Arial"/>
                <a:ea typeface="Arial"/>
                <a:cs typeface="Arial"/>
                <a:sym typeface="Arial"/>
              </a:rPr>
              <a:t>, continuously adapting to new data.</a:t>
            </a:r>
            <a:endParaRPr sz="1100" dirty="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Font typeface="Arial"/>
              <a:buChar char="●"/>
            </a:pPr>
            <a:r>
              <a:rPr lang="en" sz="1100" b="1" dirty="0">
                <a:solidFill>
                  <a:schemeClr val="dk1"/>
                </a:solidFill>
                <a:latin typeface="Arial"/>
                <a:ea typeface="Arial"/>
                <a:cs typeface="Arial"/>
                <a:sym typeface="Arial"/>
              </a:rPr>
              <a:t>Model Evaluation &amp; Visualization</a:t>
            </a:r>
            <a:endParaRPr sz="1100" b="1" dirty="0">
              <a:solidFill>
                <a:schemeClr val="dk1"/>
              </a:solidFill>
              <a:latin typeface="Arial"/>
              <a:ea typeface="Arial"/>
              <a:cs typeface="Arial"/>
              <a:sym typeface="Arial"/>
            </a:endParaRPr>
          </a:p>
          <a:p>
            <a:pPr marL="914400" lvl="1" indent="-298450" algn="l" rtl="0">
              <a:lnSpc>
                <a:spcPct val="115000"/>
              </a:lnSpc>
              <a:spcBef>
                <a:spcPts val="0"/>
              </a:spcBef>
              <a:spcAft>
                <a:spcPts val="0"/>
              </a:spcAft>
              <a:buClr>
                <a:schemeClr val="dk1"/>
              </a:buClr>
              <a:buSzPts val="1100"/>
              <a:buFont typeface="Arial"/>
              <a:buChar char="○"/>
            </a:pPr>
            <a:r>
              <a:rPr lang="en" sz="1100" b="1" dirty="0">
                <a:solidFill>
                  <a:schemeClr val="dk1"/>
                </a:solidFill>
                <a:latin typeface="Arial"/>
                <a:ea typeface="Arial"/>
                <a:cs typeface="Arial"/>
                <a:sym typeface="Arial"/>
              </a:rPr>
              <a:t>Mean Absolute Error (MAE)</a:t>
            </a:r>
            <a:r>
              <a:rPr lang="en" sz="1100" dirty="0">
                <a:solidFill>
                  <a:schemeClr val="dk1"/>
                </a:solidFill>
                <a:latin typeface="Arial"/>
                <a:ea typeface="Arial"/>
                <a:cs typeface="Arial"/>
                <a:sym typeface="Arial"/>
              </a:rPr>
              <a:t> and </a:t>
            </a:r>
            <a:r>
              <a:rPr lang="en" sz="1100" b="1" dirty="0">
                <a:solidFill>
                  <a:schemeClr val="dk1"/>
                </a:solidFill>
                <a:latin typeface="Arial"/>
                <a:ea typeface="Arial"/>
                <a:cs typeface="Arial"/>
                <a:sym typeface="Arial"/>
              </a:rPr>
              <a:t>Mean Absolute Percentage Error (MAPE)</a:t>
            </a:r>
            <a:r>
              <a:rPr lang="en" sz="1100" dirty="0">
                <a:solidFill>
                  <a:schemeClr val="dk1"/>
                </a:solidFill>
                <a:latin typeface="Arial"/>
                <a:ea typeface="Arial"/>
                <a:cs typeface="Arial"/>
                <a:sym typeface="Arial"/>
              </a:rPr>
              <a:t> are computed to assess accuracy.</a:t>
            </a:r>
            <a:endParaRPr sz="1100" dirty="0">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dirty="0">
              <a:solidFill>
                <a:schemeClr val="dk1"/>
              </a:solidFill>
              <a:latin typeface="Arial"/>
              <a:ea typeface="Arial"/>
              <a:cs typeface="Arial"/>
              <a:sym typeface="Arial"/>
            </a:endParaRPr>
          </a:p>
          <a:p>
            <a:pPr marL="0" lvl="0" indent="0" algn="l" rtl="0">
              <a:spcBef>
                <a:spcPts val="1200"/>
              </a:spcBef>
              <a:spcAft>
                <a:spcPts val="0"/>
              </a:spcAft>
              <a:buNone/>
            </a:pPr>
            <a:endParaRPr dirty="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4"/>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t>Exponential Smoothing with a Recursive Sliding Window</a:t>
            </a:r>
            <a:endParaRPr/>
          </a:p>
        </p:txBody>
      </p:sp>
      <p:sp>
        <p:nvSpPr>
          <p:cNvPr id="383" name="Google Shape;383;p44"/>
          <p:cNvSpPr txBox="1">
            <a:spLocks noGrp="1"/>
          </p:cNvSpPr>
          <p:nvPr>
            <p:ph type="body" idx="1"/>
          </p:nvPr>
        </p:nvSpPr>
        <p:spPr>
          <a:xfrm>
            <a:off x="573700" y="1049852"/>
            <a:ext cx="7886700" cy="3322200"/>
          </a:xfrm>
          <a:prstGeom prst="rect">
            <a:avLst/>
          </a:prstGeom>
        </p:spPr>
        <p:txBody>
          <a:bodyPr spcFirstLastPara="1" wrap="square" lIns="0" tIns="34275" rIns="0" bIns="34275" anchor="t" anchorCtr="0">
            <a:noAutofit/>
          </a:bodyPr>
          <a:lstStyle/>
          <a:p>
            <a:pPr marL="0" lvl="0" indent="0" algn="l" rtl="0">
              <a:spcBef>
                <a:spcPts val="800"/>
              </a:spcBef>
              <a:spcAft>
                <a:spcPts val="0"/>
              </a:spcAft>
              <a:buNone/>
            </a:pPr>
            <a:r>
              <a:rPr lang="en">
                <a:solidFill>
                  <a:schemeClr val="dk2"/>
                </a:solidFill>
              </a:rPr>
              <a:t>AAPL </a:t>
            </a:r>
            <a:endParaRPr>
              <a:solidFill>
                <a:schemeClr val="dk2"/>
              </a:solidFill>
            </a:endParaRPr>
          </a:p>
          <a:p>
            <a:pPr marL="0" lvl="0" indent="0" algn="l" rtl="0">
              <a:spcBef>
                <a:spcPts val="800"/>
              </a:spcBef>
              <a:spcAft>
                <a:spcPts val="0"/>
              </a:spcAft>
              <a:buNone/>
            </a:pPr>
            <a:r>
              <a:rPr lang="en" sz="1500">
                <a:solidFill>
                  <a:schemeClr val="dk2"/>
                </a:solidFill>
                <a:highlight>
                  <a:srgbClr val="FFFFFF"/>
                </a:highlight>
                <a:latin typeface="Arial"/>
                <a:ea typeface="Arial"/>
                <a:cs typeface="Arial"/>
                <a:sym typeface="Arial"/>
              </a:rPr>
              <a:t>Mean Absolute Error (MAE): 11.97</a:t>
            </a:r>
            <a:endParaRPr sz="1500">
              <a:solidFill>
                <a:schemeClr val="dk2"/>
              </a:solidFill>
              <a:highlight>
                <a:srgbClr val="FFFFFF"/>
              </a:highlight>
              <a:latin typeface="Arial"/>
              <a:ea typeface="Arial"/>
              <a:cs typeface="Arial"/>
              <a:sym typeface="Arial"/>
            </a:endParaRPr>
          </a:p>
          <a:p>
            <a:pPr marL="0" lvl="0" indent="0" algn="l" rtl="0">
              <a:lnSpc>
                <a:spcPct val="115000"/>
              </a:lnSpc>
              <a:spcBef>
                <a:spcPts val="0"/>
              </a:spcBef>
              <a:spcAft>
                <a:spcPts val="0"/>
              </a:spcAft>
              <a:buNone/>
            </a:pPr>
            <a:r>
              <a:rPr lang="en" sz="1500">
                <a:solidFill>
                  <a:schemeClr val="dk2"/>
                </a:solidFill>
                <a:highlight>
                  <a:srgbClr val="FFFFFF"/>
                </a:highlight>
                <a:latin typeface="Arial"/>
                <a:ea typeface="Arial"/>
                <a:cs typeface="Arial"/>
                <a:sym typeface="Arial"/>
              </a:rPr>
              <a:t>Mean Absolute Percentage Error (MAPE): 6.34%</a:t>
            </a:r>
            <a:endParaRPr sz="1500">
              <a:solidFill>
                <a:schemeClr val="dk2"/>
              </a:solidFill>
              <a:highlight>
                <a:srgbClr val="FFFFFF"/>
              </a:highlight>
              <a:latin typeface="Arial"/>
              <a:ea typeface="Arial"/>
              <a:cs typeface="Arial"/>
              <a:sym typeface="Arial"/>
            </a:endParaRPr>
          </a:p>
          <a:p>
            <a:pPr marL="0" lvl="0" indent="0" algn="l" rtl="0">
              <a:spcBef>
                <a:spcPts val="800"/>
              </a:spcBef>
              <a:spcAft>
                <a:spcPts val="0"/>
              </a:spcAft>
              <a:buNone/>
            </a:pPr>
            <a:endParaRPr>
              <a:solidFill>
                <a:schemeClr val="dk2"/>
              </a:solidFill>
              <a:highlight>
                <a:srgbClr val="FFFFFF"/>
              </a:highlight>
              <a:latin typeface="Arial"/>
              <a:ea typeface="Arial"/>
              <a:cs typeface="Arial"/>
              <a:sym typeface="Arial"/>
            </a:endParaRPr>
          </a:p>
          <a:p>
            <a:pPr marL="0" lvl="0" indent="0" algn="l" rtl="0">
              <a:spcBef>
                <a:spcPts val="800"/>
              </a:spcBef>
              <a:spcAft>
                <a:spcPts val="0"/>
              </a:spcAft>
              <a:buNone/>
            </a:pPr>
            <a:endParaRPr sz="1000">
              <a:solidFill>
                <a:schemeClr val="dk1"/>
              </a:solidFill>
              <a:highlight>
                <a:srgbClr val="FFFFFF"/>
              </a:highlight>
              <a:latin typeface="Arial"/>
              <a:ea typeface="Arial"/>
              <a:cs typeface="Arial"/>
              <a:sym typeface="Arial"/>
            </a:endParaRPr>
          </a:p>
          <a:p>
            <a:pPr marL="0" lvl="0" indent="0" algn="l" rtl="0">
              <a:spcBef>
                <a:spcPts val="800"/>
              </a:spcBef>
              <a:spcAft>
                <a:spcPts val="0"/>
              </a:spcAft>
              <a:buNone/>
            </a:pPr>
            <a:r>
              <a:rPr lang="en" sz="1000">
                <a:solidFill>
                  <a:schemeClr val="dk1"/>
                </a:solidFill>
                <a:highlight>
                  <a:srgbClr val="FFFFFF"/>
                </a:highlight>
                <a:latin typeface="Arial"/>
                <a:ea typeface="Arial"/>
                <a:cs typeface="Arial"/>
                <a:sym typeface="Arial"/>
              </a:rPr>
              <a:t>MAE): 11.97</a:t>
            </a:r>
            <a:endParaRPr/>
          </a:p>
        </p:txBody>
      </p:sp>
      <p:pic>
        <p:nvPicPr>
          <p:cNvPr id="384" name="Google Shape;384;p44"/>
          <p:cNvPicPr preferRelativeResize="0"/>
          <p:nvPr/>
        </p:nvPicPr>
        <p:blipFill>
          <a:blip r:embed="rId3">
            <a:alphaModFix/>
          </a:blip>
          <a:stretch>
            <a:fillRect/>
          </a:stretch>
        </p:blipFill>
        <p:spPr>
          <a:xfrm>
            <a:off x="4026050" y="2042375"/>
            <a:ext cx="5098925" cy="2775250"/>
          </a:xfrm>
          <a:prstGeom prst="rect">
            <a:avLst/>
          </a:prstGeom>
          <a:noFill/>
          <a:ln>
            <a:noFill/>
          </a:ln>
        </p:spPr>
      </p:pic>
      <p:pic>
        <p:nvPicPr>
          <p:cNvPr id="385" name="Google Shape;385;p44"/>
          <p:cNvPicPr preferRelativeResize="0"/>
          <p:nvPr/>
        </p:nvPicPr>
        <p:blipFill>
          <a:blip r:embed="rId4">
            <a:alphaModFix/>
          </a:blip>
          <a:stretch>
            <a:fillRect/>
          </a:stretch>
        </p:blipFill>
        <p:spPr>
          <a:xfrm>
            <a:off x="0" y="2122152"/>
            <a:ext cx="4148876" cy="2249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45"/>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endParaRPr/>
          </a:p>
        </p:txBody>
      </p:sp>
      <p:sp>
        <p:nvSpPr>
          <p:cNvPr id="391" name="Google Shape;391;p45"/>
          <p:cNvSpPr txBox="1">
            <a:spLocks noGrp="1"/>
          </p:cNvSpPr>
          <p:nvPr>
            <p:ph type="body" idx="1"/>
          </p:nvPr>
        </p:nvSpPr>
        <p:spPr>
          <a:xfrm>
            <a:off x="522050" y="1046927"/>
            <a:ext cx="7886700" cy="3322200"/>
          </a:xfrm>
          <a:prstGeom prst="rect">
            <a:avLst/>
          </a:prstGeom>
        </p:spPr>
        <p:txBody>
          <a:bodyPr spcFirstLastPara="1" wrap="square" lIns="0" tIns="34275" rIns="0" bIns="34275" anchor="t" anchorCtr="0">
            <a:noAutofit/>
          </a:bodyPr>
          <a:lstStyle/>
          <a:p>
            <a:pPr marL="0" lvl="0" indent="0" algn="l" rtl="0">
              <a:spcBef>
                <a:spcPts val="800"/>
              </a:spcBef>
              <a:spcAft>
                <a:spcPts val="0"/>
              </a:spcAft>
              <a:buNone/>
            </a:pPr>
            <a:r>
              <a:rPr lang="en" sz="1700">
                <a:solidFill>
                  <a:schemeClr val="dk2"/>
                </a:solidFill>
                <a:highlight>
                  <a:srgbClr val="FFFFFF"/>
                </a:highlight>
                <a:latin typeface="Arial"/>
                <a:ea typeface="Arial"/>
                <a:cs typeface="Arial"/>
                <a:sym typeface="Arial"/>
              </a:rPr>
              <a:t>AMZN</a:t>
            </a:r>
            <a:endParaRPr sz="1700">
              <a:solidFill>
                <a:schemeClr val="dk2"/>
              </a:solidFill>
              <a:highlight>
                <a:srgbClr val="FFFFFF"/>
              </a:highlight>
              <a:latin typeface="Arial"/>
              <a:ea typeface="Arial"/>
              <a:cs typeface="Arial"/>
              <a:sym typeface="Arial"/>
            </a:endParaRPr>
          </a:p>
          <a:p>
            <a:pPr marL="0" lvl="0" indent="0" algn="l" rtl="0">
              <a:spcBef>
                <a:spcPts val="800"/>
              </a:spcBef>
              <a:spcAft>
                <a:spcPts val="0"/>
              </a:spcAft>
              <a:buNone/>
            </a:pPr>
            <a:r>
              <a:rPr lang="en" sz="1500">
                <a:solidFill>
                  <a:schemeClr val="dk2"/>
                </a:solidFill>
                <a:highlight>
                  <a:srgbClr val="FFFFFF"/>
                </a:highlight>
                <a:latin typeface="Arial"/>
                <a:ea typeface="Arial"/>
                <a:cs typeface="Arial"/>
                <a:sym typeface="Arial"/>
              </a:rPr>
              <a:t>Mean Absolute Error (MAE): 10.63</a:t>
            </a:r>
            <a:endParaRPr sz="1500">
              <a:solidFill>
                <a:schemeClr val="dk2"/>
              </a:solidFill>
              <a:highlight>
                <a:srgbClr val="FFFFFF"/>
              </a:highlight>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500">
                <a:solidFill>
                  <a:schemeClr val="dk2"/>
                </a:solidFill>
                <a:highlight>
                  <a:srgbClr val="FFFFFF"/>
                </a:highlight>
                <a:latin typeface="Arial"/>
                <a:ea typeface="Arial"/>
                <a:cs typeface="Arial"/>
                <a:sym typeface="Arial"/>
              </a:rPr>
              <a:t>Mean Absolute Percentage Error (MAPE): 6.75%</a:t>
            </a:r>
            <a:endParaRPr sz="1500">
              <a:solidFill>
                <a:schemeClr val="dk2"/>
              </a:solidFill>
              <a:highlight>
                <a:srgbClr val="FFFFFF"/>
              </a:highlight>
              <a:latin typeface="Arial"/>
              <a:ea typeface="Arial"/>
              <a:cs typeface="Arial"/>
              <a:sym typeface="Arial"/>
            </a:endParaRPr>
          </a:p>
          <a:p>
            <a:pPr marL="0" lvl="0" indent="0" algn="l" rtl="0">
              <a:spcBef>
                <a:spcPts val="800"/>
              </a:spcBef>
              <a:spcAft>
                <a:spcPts val="0"/>
              </a:spcAft>
              <a:buNone/>
            </a:pPr>
            <a:endParaRPr/>
          </a:p>
        </p:txBody>
      </p:sp>
      <p:sp>
        <p:nvSpPr>
          <p:cNvPr id="392" name="Google Shape;392;p45"/>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t>Exponential Smoothing with a Recursive Sliding Window</a:t>
            </a:r>
            <a:endParaRPr/>
          </a:p>
        </p:txBody>
      </p:sp>
      <p:pic>
        <p:nvPicPr>
          <p:cNvPr id="393" name="Google Shape;393;p45"/>
          <p:cNvPicPr preferRelativeResize="0"/>
          <p:nvPr/>
        </p:nvPicPr>
        <p:blipFill>
          <a:blip r:embed="rId3">
            <a:alphaModFix/>
          </a:blip>
          <a:stretch>
            <a:fillRect/>
          </a:stretch>
        </p:blipFill>
        <p:spPr>
          <a:xfrm>
            <a:off x="4114125" y="2015675"/>
            <a:ext cx="5029874" cy="2737650"/>
          </a:xfrm>
          <a:prstGeom prst="rect">
            <a:avLst/>
          </a:prstGeom>
          <a:noFill/>
          <a:ln>
            <a:noFill/>
          </a:ln>
        </p:spPr>
      </p:pic>
      <p:pic>
        <p:nvPicPr>
          <p:cNvPr id="394" name="Google Shape;394;p45"/>
          <p:cNvPicPr preferRelativeResize="0"/>
          <p:nvPr/>
        </p:nvPicPr>
        <p:blipFill>
          <a:blip r:embed="rId4">
            <a:alphaModFix/>
          </a:blip>
          <a:stretch>
            <a:fillRect/>
          </a:stretch>
        </p:blipFill>
        <p:spPr>
          <a:xfrm>
            <a:off x="0" y="2064603"/>
            <a:ext cx="4249625" cy="23045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6"/>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t>Exponential Smoothing with a Recursive Sliding Window</a:t>
            </a:r>
            <a:endParaRPr/>
          </a:p>
        </p:txBody>
      </p:sp>
      <p:sp>
        <p:nvSpPr>
          <p:cNvPr id="400" name="Google Shape;400;p46"/>
          <p:cNvSpPr txBox="1">
            <a:spLocks noGrp="1"/>
          </p:cNvSpPr>
          <p:nvPr>
            <p:ph type="body" idx="1"/>
          </p:nvPr>
        </p:nvSpPr>
        <p:spPr>
          <a:xfrm>
            <a:off x="573700" y="1049852"/>
            <a:ext cx="7886700" cy="3322200"/>
          </a:xfrm>
          <a:prstGeom prst="rect">
            <a:avLst/>
          </a:prstGeom>
        </p:spPr>
        <p:txBody>
          <a:bodyPr spcFirstLastPara="1" wrap="square" lIns="0" tIns="34275" rIns="0" bIns="34275" anchor="t" anchorCtr="0">
            <a:noAutofit/>
          </a:bodyPr>
          <a:lstStyle/>
          <a:p>
            <a:pPr marL="0" lvl="0" indent="0" algn="l" rtl="0">
              <a:spcBef>
                <a:spcPts val="800"/>
              </a:spcBef>
              <a:spcAft>
                <a:spcPts val="0"/>
              </a:spcAft>
              <a:buNone/>
            </a:pPr>
            <a:r>
              <a:rPr lang="en">
                <a:solidFill>
                  <a:schemeClr val="dk2"/>
                </a:solidFill>
              </a:rPr>
              <a:t>GOOGL </a:t>
            </a:r>
            <a:endParaRPr>
              <a:solidFill>
                <a:schemeClr val="dk2"/>
              </a:solidFill>
            </a:endParaRPr>
          </a:p>
          <a:p>
            <a:pPr marL="0" lvl="0" indent="0" algn="l" rtl="0">
              <a:spcBef>
                <a:spcPts val="800"/>
              </a:spcBef>
              <a:spcAft>
                <a:spcPts val="0"/>
              </a:spcAft>
              <a:buNone/>
            </a:pPr>
            <a:r>
              <a:rPr lang="en" sz="1500">
                <a:solidFill>
                  <a:schemeClr val="dk2"/>
                </a:solidFill>
                <a:highlight>
                  <a:srgbClr val="FFFFFF"/>
                </a:highlight>
                <a:latin typeface="Arial"/>
                <a:ea typeface="Arial"/>
                <a:cs typeface="Arial"/>
                <a:sym typeface="Arial"/>
              </a:rPr>
              <a:t>Mean Absolute Error (MAE): 8.31</a:t>
            </a:r>
            <a:endParaRPr sz="2000">
              <a:solidFill>
                <a:schemeClr val="dk2"/>
              </a:solidFill>
              <a:highlight>
                <a:srgbClr val="FFFFFF"/>
              </a:highlight>
              <a:latin typeface="Arial"/>
              <a:ea typeface="Arial"/>
              <a:cs typeface="Arial"/>
              <a:sym typeface="Arial"/>
            </a:endParaRPr>
          </a:p>
          <a:p>
            <a:pPr marL="0" lvl="0" indent="0" algn="l" rtl="0">
              <a:lnSpc>
                <a:spcPct val="115000"/>
              </a:lnSpc>
              <a:spcBef>
                <a:spcPts val="0"/>
              </a:spcBef>
              <a:spcAft>
                <a:spcPts val="0"/>
              </a:spcAft>
              <a:buNone/>
            </a:pPr>
            <a:r>
              <a:rPr lang="en" sz="1500">
                <a:solidFill>
                  <a:schemeClr val="dk2"/>
                </a:solidFill>
                <a:highlight>
                  <a:srgbClr val="FFFFFF"/>
                </a:highlight>
                <a:latin typeface="Arial"/>
                <a:ea typeface="Arial"/>
                <a:cs typeface="Arial"/>
                <a:sym typeface="Arial"/>
              </a:rPr>
              <a:t>Mean Absolute Percentage Error (MAPE): 6.06%</a:t>
            </a:r>
            <a:endParaRPr/>
          </a:p>
        </p:txBody>
      </p:sp>
      <p:pic>
        <p:nvPicPr>
          <p:cNvPr id="401" name="Google Shape;401;p46"/>
          <p:cNvPicPr preferRelativeResize="0"/>
          <p:nvPr/>
        </p:nvPicPr>
        <p:blipFill>
          <a:blip r:embed="rId3">
            <a:alphaModFix/>
          </a:blip>
          <a:stretch>
            <a:fillRect/>
          </a:stretch>
        </p:blipFill>
        <p:spPr>
          <a:xfrm>
            <a:off x="3939725" y="1949125"/>
            <a:ext cx="5168974" cy="2813376"/>
          </a:xfrm>
          <a:prstGeom prst="rect">
            <a:avLst/>
          </a:prstGeom>
          <a:noFill/>
          <a:ln>
            <a:noFill/>
          </a:ln>
        </p:spPr>
      </p:pic>
      <p:pic>
        <p:nvPicPr>
          <p:cNvPr id="402" name="Google Shape;402;p46"/>
          <p:cNvPicPr preferRelativeResize="0"/>
          <p:nvPr/>
        </p:nvPicPr>
        <p:blipFill>
          <a:blip r:embed="rId4">
            <a:alphaModFix/>
          </a:blip>
          <a:stretch>
            <a:fillRect/>
          </a:stretch>
        </p:blipFill>
        <p:spPr>
          <a:xfrm>
            <a:off x="35301" y="2039131"/>
            <a:ext cx="4056499" cy="2199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47"/>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t>Exponential Smoothing with a Recursive Sliding Window</a:t>
            </a:r>
            <a:endParaRPr/>
          </a:p>
        </p:txBody>
      </p:sp>
      <p:sp>
        <p:nvSpPr>
          <p:cNvPr id="408" name="Google Shape;408;p47"/>
          <p:cNvSpPr txBox="1">
            <a:spLocks noGrp="1"/>
          </p:cNvSpPr>
          <p:nvPr>
            <p:ph type="body" idx="1"/>
          </p:nvPr>
        </p:nvSpPr>
        <p:spPr>
          <a:xfrm>
            <a:off x="573700" y="1049852"/>
            <a:ext cx="7886700" cy="3322200"/>
          </a:xfrm>
          <a:prstGeom prst="rect">
            <a:avLst/>
          </a:prstGeom>
        </p:spPr>
        <p:txBody>
          <a:bodyPr spcFirstLastPara="1" wrap="square" lIns="0" tIns="34275" rIns="0" bIns="34275" anchor="t" anchorCtr="0">
            <a:noAutofit/>
          </a:bodyPr>
          <a:lstStyle/>
          <a:p>
            <a:pPr marL="0" lvl="0" indent="0" algn="l" rtl="0">
              <a:spcBef>
                <a:spcPts val="800"/>
              </a:spcBef>
              <a:spcAft>
                <a:spcPts val="0"/>
              </a:spcAft>
              <a:buNone/>
            </a:pPr>
            <a:r>
              <a:rPr lang="en">
                <a:solidFill>
                  <a:schemeClr val="dk2"/>
                </a:solidFill>
              </a:rPr>
              <a:t>MSFT </a:t>
            </a:r>
            <a:endParaRPr>
              <a:solidFill>
                <a:schemeClr val="dk2"/>
              </a:solidFill>
            </a:endParaRPr>
          </a:p>
          <a:p>
            <a:pPr marL="0" lvl="0" indent="0" algn="l" rtl="0">
              <a:spcBef>
                <a:spcPts val="800"/>
              </a:spcBef>
              <a:spcAft>
                <a:spcPts val="0"/>
              </a:spcAft>
              <a:buNone/>
            </a:pPr>
            <a:r>
              <a:rPr lang="en" sz="1500">
                <a:solidFill>
                  <a:schemeClr val="dk2"/>
                </a:solidFill>
                <a:highlight>
                  <a:srgbClr val="FFFFFF"/>
                </a:highlight>
                <a:latin typeface="Arial"/>
                <a:ea typeface="Arial"/>
                <a:cs typeface="Arial"/>
                <a:sym typeface="Arial"/>
              </a:rPr>
              <a:t>Mean Absolute Error (MAE): 17.91</a:t>
            </a:r>
            <a:endParaRPr sz="2000">
              <a:solidFill>
                <a:schemeClr val="dk2"/>
              </a:solidFill>
              <a:highlight>
                <a:srgbClr val="FFFFFF"/>
              </a:highlight>
              <a:latin typeface="Arial"/>
              <a:ea typeface="Arial"/>
              <a:cs typeface="Arial"/>
              <a:sym typeface="Arial"/>
            </a:endParaRPr>
          </a:p>
          <a:p>
            <a:pPr marL="0" lvl="0" indent="0" algn="l" rtl="0">
              <a:lnSpc>
                <a:spcPct val="115000"/>
              </a:lnSpc>
              <a:spcBef>
                <a:spcPts val="0"/>
              </a:spcBef>
              <a:spcAft>
                <a:spcPts val="0"/>
              </a:spcAft>
              <a:buNone/>
            </a:pPr>
            <a:r>
              <a:rPr lang="en" sz="1500">
                <a:solidFill>
                  <a:schemeClr val="dk2"/>
                </a:solidFill>
                <a:highlight>
                  <a:srgbClr val="FFFFFF"/>
                </a:highlight>
                <a:latin typeface="Arial"/>
                <a:ea typeface="Arial"/>
                <a:cs typeface="Arial"/>
                <a:sym typeface="Arial"/>
              </a:rPr>
              <a:t>Mean Absolute Percentage Error (MAPE): 5.18%</a:t>
            </a:r>
            <a:endParaRPr/>
          </a:p>
        </p:txBody>
      </p:sp>
      <p:pic>
        <p:nvPicPr>
          <p:cNvPr id="409" name="Google Shape;409;p47"/>
          <p:cNvPicPr preferRelativeResize="0"/>
          <p:nvPr/>
        </p:nvPicPr>
        <p:blipFill>
          <a:blip r:embed="rId3">
            <a:alphaModFix/>
          </a:blip>
          <a:stretch>
            <a:fillRect/>
          </a:stretch>
        </p:blipFill>
        <p:spPr>
          <a:xfrm>
            <a:off x="3880925" y="1935700"/>
            <a:ext cx="5242276" cy="2853250"/>
          </a:xfrm>
          <a:prstGeom prst="rect">
            <a:avLst/>
          </a:prstGeom>
          <a:noFill/>
          <a:ln>
            <a:noFill/>
          </a:ln>
        </p:spPr>
      </p:pic>
      <p:pic>
        <p:nvPicPr>
          <p:cNvPr id="410" name="Google Shape;410;p47"/>
          <p:cNvPicPr preferRelativeResize="0"/>
          <p:nvPr/>
        </p:nvPicPr>
        <p:blipFill>
          <a:blip r:embed="rId4">
            <a:alphaModFix/>
          </a:blip>
          <a:stretch>
            <a:fillRect/>
          </a:stretch>
        </p:blipFill>
        <p:spPr>
          <a:xfrm>
            <a:off x="20799" y="2030509"/>
            <a:ext cx="4019550" cy="217975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8"/>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t>Exponential Smoothing with a Recursive Sliding Window</a:t>
            </a:r>
            <a:endParaRPr/>
          </a:p>
        </p:txBody>
      </p:sp>
      <p:sp>
        <p:nvSpPr>
          <p:cNvPr id="416" name="Google Shape;416;p48"/>
          <p:cNvSpPr txBox="1">
            <a:spLocks noGrp="1"/>
          </p:cNvSpPr>
          <p:nvPr>
            <p:ph type="body" idx="1"/>
          </p:nvPr>
        </p:nvSpPr>
        <p:spPr>
          <a:xfrm>
            <a:off x="573700" y="1049852"/>
            <a:ext cx="7886700" cy="3322200"/>
          </a:xfrm>
          <a:prstGeom prst="rect">
            <a:avLst/>
          </a:prstGeom>
        </p:spPr>
        <p:txBody>
          <a:bodyPr spcFirstLastPara="1" wrap="square" lIns="0" tIns="34275" rIns="0" bIns="34275" anchor="t" anchorCtr="0">
            <a:noAutofit/>
          </a:bodyPr>
          <a:lstStyle/>
          <a:p>
            <a:pPr marL="0" lvl="0" indent="0" algn="l" rtl="0">
              <a:spcBef>
                <a:spcPts val="800"/>
              </a:spcBef>
              <a:spcAft>
                <a:spcPts val="0"/>
              </a:spcAft>
              <a:buNone/>
            </a:pPr>
            <a:r>
              <a:rPr lang="en">
                <a:solidFill>
                  <a:schemeClr val="dk2"/>
                </a:solidFill>
              </a:rPr>
              <a:t>TSLA</a:t>
            </a:r>
            <a:endParaRPr>
              <a:solidFill>
                <a:schemeClr val="dk2"/>
              </a:solidFill>
            </a:endParaRPr>
          </a:p>
          <a:p>
            <a:pPr marL="0" lvl="0" indent="0" algn="l" rtl="0">
              <a:spcBef>
                <a:spcPts val="800"/>
              </a:spcBef>
              <a:spcAft>
                <a:spcPts val="0"/>
              </a:spcAft>
              <a:buNone/>
            </a:pPr>
            <a:r>
              <a:rPr lang="en" sz="1500">
                <a:solidFill>
                  <a:schemeClr val="dk2"/>
                </a:solidFill>
                <a:highlight>
                  <a:srgbClr val="FFFFFF"/>
                </a:highlight>
                <a:latin typeface="Arial"/>
                <a:ea typeface="Arial"/>
                <a:cs typeface="Arial"/>
                <a:sym typeface="Arial"/>
              </a:rPr>
              <a:t>Mean Absolute Error (MAE): 38.94</a:t>
            </a:r>
            <a:endParaRPr sz="2000">
              <a:solidFill>
                <a:schemeClr val="dk2"/>
              </a:solidFill>
              <a:highlight>
                <a:srgbClr val="FFFFFF"/>
              </a:highlight>
              <a:latin typeface="Arial"/>
              <a:ea typeface="Arial"/>
              <a:cs typeface="Arial"/>
              <a:sym typeface="Arial"/>
            </a:endParaRPr>
          </a:p>
          <a:p>
            <a:pPr marL="0" lvl="0" indent="0" algn="l" rtl="0">
              <a:lnSpc>
                <a:spcPct val="115000"/>
              </a:lnSpc>
              <a:spcBef>
                <a:spcPts val="0"/>
              </a:spcBef>
              <a:spcAft>
                <a:spcPts val="0"/>
              </a:spcAft>
              <a:buNone/>
            </a:pPr>
            <a:r>
              <a:rPr lang="en" sz="1500">
                <a:solidFill>
                  <a:schemeClr val="dk2"/>
                </a:solidFill>
                <a:highlight>
                  <a:srgbClr val="FFFFFF"/>
                </a:highlight>
                <a:latin typeface="Arial"/>
                <a:ea typeface="Arial"/>
                <a:cs typeface="Arial"/>
                <a:sym typeface="Arial"/>
              </a:rPr>
              <a:t>Mean Absolute Percentage Error (MAPE): 17.56%</a:t>
            </a:r>
            <a:endParaRPr/>
          </a:p>
        </p:txBody>
      </p:sp>
      <p:pic>
        <p:nvPicPr>
          <p:cNvPr id="417" name="Google Shape;417;p48"/>
          <p:cNvPicPr preferRelativeResize="0"/>
          <p:nvPr/>
        </p:nvPicPr>
        <p:blipFill>
          <a:blip r:embed="rId3">
            <a:alphaModFix/>
          </a:blip>
          <a:stretch>
            <a:fillRect/>
          </a:stretch>
        </p:blipFill>
        <p:spPr>
          <a:xfrm>
            <a:off x="3958100" y="1945700"/>
            <a:ext cx="5218025" cy="2840075"/>
          </a:xfrm>
          <a:prstGeom prst="rect">
            <a:avLst/>
          </a:prstGeom>
          <a:noFill/>
          <a:ln>
            <a:noFill/>
          </a:ln>
        </p:spPr>
      </p:pic>
      <p:pic>
        <p:nvPicPr>
          <p:cNvPr id="418" name="Google Shape;418;p48"/>
          <p:cNvPicPr preferRelativeResize="0"/>
          <p:nvPr/>
        </p:nvPicPr>
        <p:blipFill>
          <a:blip r:embed="rId4">
            <a:alphaModFix/>
          </a:blip>
          <a:stretch>
            <a:fillRect/>
          </a:stretch>
        </p:blipFill>
        <p:spPr>
          <a:xfrm>
            <a:off x="83948" y="2010749"/>
            <a:ext cx="3998300" cy="216822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9"/>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t>Exponential Smoothing with a Recursive Sliding Window</a:t>
            </a:r>
            <a:endParaRPr/>
          </a:p>
        </p:txBody>
      </p:sp>
      <p:sp>
        <p:nvSpPr>
          <p:cNvPr id="424" name="Google Shape;424;p49"/>
          <p:cNvSpPr txBox="1">
            <a:spLocks noGrp="1"/>
          </p:cNvSpPr>
          <p:nvPr>
            <p:ph type="body" idx="1"/>
          </p:nvPr>
        </p:nvSpPr>
        <p:spPr>
          <a:xfrm>
            <a:off x="573700" y="1049852"/>
            <a:ext cx="7886700" cy="3322200"/>
          </a:xfrm>
          <a:prstGeom prst="rect">
            <a:avLst/>
          </a:prstGeom>
        </p:spPr>
        <p:txBody>
          <a:bodyPr spcFirstLastPara="1" wrap="square" lIns="0" tIns="34275" rIns="0" bIns="34275" anchor="t" anchorCtr="0">
            <a:noAutofit/>
          </a:bodyPr>
          <a:lstStyle/>
          <a:p>
            <a:pPr marL="0" lvl="0" indent="0" algn="l" rtl="0">
              <a:spcBef>
                <a:spcPts val="800"/>
              </a:spcBef>
              <a:spcAft>
                <a:spcPts val="0"/>
              </a:spcAft>
              <a:buNone/>
            </a:pPr>
            <a:r>
              <a:rPr lang="en">
                <a:solidFill>
                  <a:schemeClr val="dk2"/>
                </a:solidFill>
              </a:rPr>
              <a:t>META </a:t>
            </a:r>
            <a:endParaRPr>
              <a:solidFill>
                <a:schemeClr val="dk2"/>
              </a:solidFill>
            </a:endParaRPr>
          </a:p>
          <a:p>
            <a:pPr marL="0" lvl="0" indent="0" algn="l" rtl="0">
              <a:spcBef>
                <a:spcPts val="800"/>
              </a:spcBef>
              <a:spcAft>
                <a:spcPts val="0"/>
              </a:spcAft>
              <a:buNone/>
            </a:pPr>
            <a:r>
              <a:rPr lang="en" sz="1500">
                <a:solidFill>
                  <a:schemeClr val="dk2"/>
                </a:solidFill>
                <a:highlight>
                  <a:srgbClr val="FFFFFF"/>
                </a:highlight>
                <a:latin typeface="Arial"/>
                <a:ea typeface="Arial"/>
                <a:cs typeface="Arial"/>
                <a:sym typeface="Arial"/>
              </a:rPr>
              <a:t>Mean Absolute Error (MAE): 25.69</a:t>
            </a:r>
            <a:endParaRPr sz="2000">
              <a:solidFill>
                <a:schemeClr val="dk2"/>
              </a:solidFill>
              <a:highlight>
                <a:srgbClr val="FFFFFF"/>
              </a:highlight>
              <a:latin typeface="Arial"/>
              <a:ea typeface="Arial"/>
              <a:cs typeface="Arial"/>
              <a:sym typeface="Arial"/>
            </a:endParaRPr>
          </a:p>
          <a:p>
            <a:pPr marL="0" lvl="0" indent="0" algn="l" rtl="0">
              <a:lnSpc>
                <a:spcPct val="115000"/>
              </a:lnSpc>
              <a:spcBef>
                <a:spcPts val="0"/>
              </a:spcBef>
              <a:spcAft>
                <a:spcPts val="0"/>
              </a:spcAft>
              <a:buNone/>
            </a:pPr>
            <a:r>
              <a:rPr lang="en" sz="1500">
                <a:solidFill>
                  <a:schemeClr val="dk2"/>
                </a:solidFill>
                <a:highlight>
                  <a:srgbClr val="FFFFFF"/>
                </a:highlight>
                <a:latin typeface="Arial"/>
                <a:ea typeface="Arial"/>
                <a:cs typeface="Arial"/>
                <a:sym typeface="Arial"/>
              </a:rPr>
              <a:t>Mean Absolute Percentage Error (MAPE): 7.58%</a:t>
            </a:r>
            <a:endParaRPr/>
          </a:p>
        </p:txBody>
      </p:sp>
      <p:pic>
        <p:nvPicPr>
          <p:cNvPr id="425" name="Google Shape;425;p49"/>
          <p:cNvPicPr preferRelativeResize="0"/>
          <p:nvPr/>
        </p:nvPicPr>
        <p:blipFill>
          <a:blip r:embed="rId3">
            <a:alphaModFix/>
          </a:blip>
          <a:stretch>
            <a:fillRect/>
          </a:stretch>
        </p:blipFill>
        <p:spPr>
          <a:xfrm>
            <a:off x="3973830" y="2099310"/>
            <a:ext cx="5133720" cy="2687915"/>
          </a:xfrm>
          <a:prstGeom prst="rect">
            <a:avLst/>
          </a:prstGeom>
          <a:noFill/>
          <a:ln>
            <a:noFill/>
          </a:ln>
        </p:spPr>
      </p:pic>
      <p:pic>
        <p:nvPicPr>
          <p:cNvPr id="426" name="Google Shape;426;p49"/>
          <p:cNvPicPr preferRelativeResize="0"/>
          <p:nvPr/>
        </p:nvPicPr>
        <p:blipFill>
          <a:blip r:embed="rId4">
            <a:alphaModFix/>
          </a:blip>
          <a:stretch>
            <a:fillRect/>
          </a:stretch>
        </p:blipFill>
        <p:spPr>
          <a:xfrm>
            <a:off x="0" y="2055185"/>
            <a:ext cx="3924651" cy="2128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50"/>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ARIMA &amp; </a:t>
            </a:r>
            <a:r>
              <a:rPr lang="en">
                <a:solidFill>
                  <a:schemeClr val="accent1"/>
                </a:solidFill>
                <a:highlight>
                  <a:srgbClr val="FFFFFF"/>
                </a:highlight>
              </a:rPr>
              <a:t>SARIMA</a:t>
            </a:r>
            <a:endParaRPr>
              <a:solidFill>
                <a:schemeClr val="accent1"/>
              </a:solidFill>
            </a:endParaRPr>
          </a:p>
        </p:txBody>
      </p:sp>
      <p:sp>
        <p:nvSpPr>
          <p:cNvPr id="432" name="Google Shape;432;p50"/>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433" name="Google Shape;433;p50"/>
          <p:cNvSpPr txBox="1"/>
          <p:nvPr/>
        </p:nvSpPr>
        <p:spPr>
          <a:xfrm>
            <a:off x="363325" y="1078675"/>
            <a:ext cx="73689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200"/>
              </a:spcAft>
              <a:buNone/>
            </a:pPr>
            <a:endParaRPr sz="1100">
              <a:solidFill>
                <a:schemeClr val="dk1"/>
              </a:solidFill>
            </a:endParaRPr>
          </a:p>
        </p:txBody>
      </p:sp>
      <p:graphicFrame>
        <p:nvGraphicFramePr>
          <p:cNvPr id="434" name="Google Shape;434;p50"/>
          <p:cNvGraphicFramePr/>
          <p:nvPr/>
        </p:nvGraphicFramePr>
        <p:xfrm>
          <a:off x="470200" y="1162350"/>
          <a:ext cx="5536275" cy="3537670"/>
        </p:xfrm>
        <a:graphic>
          <a:graphicData uri="http://schemas.openxmlformats.org/drawingml/2006/table">
            <a:tbl>
              <a:tblPr>
                <a:noFill/>
                <a:tableStyleId>{B6EB7E80-FB27-40CE-B5CC-A55B40EFBAA0}</a:tableStyleId>
              </a:tblPr>
              <a:tblGrid>
                <a:gridCol w="1845425">
                  <a:extLst>
                    <a:ext uri="{9D8B030D-6E8A-4147-A177-3AD203B41FA5}">
                      <a16:colId xmlns:a16="http://schemas.microsoft.com/office/drawing/2014/main" val="20000"/>
                    </a:ext>
                  </a:extLst>
                </a:gridCol>
                <a:gridCol w="1845425">
                  <a:extLst>
                    <a:ext uri="{9D8B030D-6E8A-4147-A177-3AD203B41FA5}">
                      <a16:colId xmlns:a16="http://schemas.microsoft.com/office/drawing/2014/main" val="20001"/>
                    </a:ext>
                  </a:extLst>
                </a:gridCol>
                <a:gridCol w="1845425">
                  <a:extLst>
                    <a:ext uri="{9D8B030D-6E8A-4147-A177-3AD203B41FA5}">
                      <a16:colId xmlns:a16="http://schemas.microsoft.com/office/drawing/2014/main" val="20002"/>
                    </a:ext>
                  </a:extLst>
                </a:gridCol>
              </a:tblGrid>
              <a:tr h="0">
                <a:tc>
                  <a:txBody>
                    <a:bodyPr/>
                    <a:lstStyle/>
                    <a:p>
                      <a:pPr marL="0" lvl="0" indent="0" algn="l" rtl="0">
                        <a:spcBef>
                          <a:spcPts val="0"/>
                        </a:spcBef>
                        <a:spcAft>
                          <a:spcPts val="0"/>
                        </a:spcAft>
                        <a:buNone/>
                      </a:pPr>
                      <a:r>
                        <a:rPr lang="en"/>
                        <a:t>Assumption</a:t>
                      </a:r>
                      <a:endParaRPr/>
                    </a:p>
                  </a:txBody>
                  <a:tcPr marL="91425" marR="91425" marT="91425" marB="91425"/>
                </a:tc>
                <a:tc>
                  <a:txBody>
                    <a:bodyPr/>
                    <a:lstStyle/>
                    <a:p>
                      <a:pPr marL="0" lvl="0" indent="0" algn="l" rtl="0">
                        <a:spcBef>
                          <a:spcPts val="0"/>
                        </a:spcBef>
                        <a:spcAft>
                          <a:spcPts val="0"/>
                        </a:spcAft>
                        <a:buNone/>
                      </a:pPr>
                      <a:r>
                        <a:rPr lang="en"/>
                        <a:t>ARIMA</a:t>
                      </a:r>
                      <a:endParaRPr/>
                    </a:p>
                  </a:txBody>
                  <a:tcPr marL="91425" marR="91425" marT="91425" marB="91425"/>
                </a:tc>
                <a:tc>
                  <a:txBody>
                    <a:bodyPr/>
                    <a:lstStyle/>
                    <a:p>
                      <a:pPr marL="0" lvl="0" indent="0" algn="l" rtl="0">
                        <a:spcBef>
                          <a:spcPts val="0"/>
                        </a:spcBef>
                        <a:spcAft>
                          <a:spcPts val="0"/>
                        </a:spcAft>
                        <a:buNone/>
                      </a:pPr>
                      <a:r>
                        <a:rPr lang="en"/>
                        <a:t>SARIMA</a:t>
                      </a:r>
                      <a:endParaRPr/>
                    </a:p>
                  </a:txBody>
                  <a:tcPr marL="91425" marR="91425" marT="91425" marB="91425"/>
                </a:tc>
                <a:extLst>
                  <a:ext uri="{0D108BD9-81ED-4DB2-BD59-A6C34878D82A}">
                    <a16:rowId xmlns:a16="http://schemas.microsoft.com/office/drawing/2014/main" val="10000"/>
                  </a:ext>
                </a:extLst>
              </a:tr>
              <a:tr h="367200">
                <a:tc>
                  <a:txBody>
                    <a:bodyPr/>
                    <a:lstStyle/>
                    <a:p>
                      <a:pPr marL="0" lvl="0" indent="0" algn="l" rtl="0">
                        <a:spcBef>
                          <a:spcPts val="0"/>
                        </a:spcBef>
                        <a:spcAft>
                          <a:spcPts val="0"/>
                        </a:spcAft>
                        <a:buNone/>
                      </a:pPr>
                      <a:r>
                        <a:rPr lang="en"/>
                        <a:t>Stationarity</a:t>
                      </a:r>
                      <a:endParaRPr/>
                    </a:p>
                  </a:txBody>
                  <a:tcPr marL="91425" marR="91425" marT="91425" marB="91425"/>
                </a:tc>
                <a:tc>
                  <a:txBody>
                    <a:bodyPr/>
                    <a:lstStyle/>
                    <a:p>
                      <a:pPr marL="0" lvl="0" indent="0" algn="l" rtl="0">
                        <a:spcBef>
                          <a:spcPts val="0"/>
                        </a:spcBef>
                        <a:spcAft>
                          <a:spcPts val="0"/>
                        </a:spcAft>
                        <a:buNone/>
                      </a:pPr>
                      <a:r>
                        <a:rPr lang="en"/>
                        <a:t>✅</a:t>
                      </a:r>
                      <a:endParaRPr/>
                    </a:p>
                  </a:txBody>
                  <a:tcPr marL="91425" marR="91425" marT="91425" marB="91425"/>
                </a:tc>
                <a:tc>
                  <a:txBody>
                    <a:bodyPr/>
                    <a:lstStyle/>
                    <a:p>
                      <a:pPr marL="0" lvl="0" indent="0" algn="l" rtl="0">
                        <a:spcBef>
                          <a:spcPts val="0"/>
                        </a:spcBef>
                        <a:spcAft>
                          <a:spcPts val="0"/>
                        </a:spcAft>
                        <a:buNone/>
                      </a:pPr>
                      <a:r>
                        <a:rPr lang="en"/>
                        <a:t>✅</a:t>
                      </a:r>
                      <a:endParaRPr/>
                    </a:p>
                  </a:txBody>
                  <a:tcPr marL="91425" marR="91425" marT="91425" marB="91425"/>
                </a:tc>
                <a:extLst>
                  <a:ext uri="{0D108BD9-81ED-4DB2-BD59-A6C34878D82A}">
                    <a16:rowId xmlns:a16="http://schemas.microsoft.com/office/drawing/2014/main" val="10001"/>
                  </a:ext>
                </a:extLst>
              </a:tr>
              <a:tr h="367200">
                <a:tc>
                  <a:txBody>
                    <a:bodyPr/>
                    <a:lstStyle/>
                    <a:p>
                      <a:pPr marL="0" lvl="0" indent="0" algn="l" rtl="0">
                        <a:spcBef>
                          <a:spcPts val="0"/>
                        </a:spcBef>
                        <a:spcAft>
                          <a:spcPts val="0"/>
                        </a:spcAft>
                        <a:buNone/>
                      </a:pPr>
                      <a:r>
                        <a:rPr lang="en"/>
                        <a:t>Linearity</a:t>
                      </a:r>
                      <a:endParaRPr/>
                    </a:p>
                  </a:txBody>
                  <a:tcPr marL="91425" marR="91425" marT="91425" marB="91425"/>
                </a:tc>
                <a:tc>
                  <a:txBody>
                    <a:bodyPr/>
                    <a:lstStyle/>
                    <a:p>
                      <a:pPr marL="0" lvl="0" indent="0" algn="l" rtl="0">
                        <a:spcBef>
                          <a:spcPts val="0"/>
                        </a:spcBef>
                        <a:spcAft>
                          <a:spcPts val="0"/>
                        </a:spcAft>
                        <a:buNone/>
                      </a:pPr>
                      <a:r>
                        <a:rPr lang="en"/>
                        <a:t>✅</a:t>
                      </a:r>
                      <a:endParaRPr/>
                    </a:p>
                  </a:txBody>
                  <a:tcPr marL="91425" marR="91425" marT="91425" marB="91425"/>
                </a:tc>
                <a:tc>
                  <a:txBody>
                    <a:bodyPr/>
                    <a:lstStyle/>
                    <a:p>
                      <a:pPr marL="0" lvl="0" indent="0" algn="l" rtl="0">
                        <a:spcBef>
                          <a:spcPts val="0"/>
                        </a:spcBef>
                        <a:spcAft>
                          <a:spcPts val="0"/>
                        </a:spcAft>
                        <a:buNone/>
                      </a:pPr>
                      <a:r>
                        <a:rPr lang="en"/>
                        <a:t>✅</a:t>
                      </a:r>
                      <a:endParaRPr/>
                    </a:p>
                  </a:txBody>
                  <a:tcPr marL="91425" marR="91425" marT="91425" marB="91425"/>
                </a:tc>
                <a:extLst>
                  <a:ext uri="{0D108BD9-81ED-4DB2-BD59-A6C34878D82A}">
                    <a16:rowId xmlns:a16="http://schemas.microsoft.com/office/drawing/2014/main" val="10002"/>
                  </a:ext>
                </a:extLst>
              </a:tr>
              <a:tr h="367200">
                <a:tc>
                  <a:txBody>
                    <a:bodyPr/>
                    <a:lstStyle/>
                    <a:p>
                      <a:pPr marL="0" lvl="0" indent="0" algn="l" rtl="0">
                        <a:spcBef>
                          <a:spcPts val="0"/>
                        </a:spcBef>
                        <a:spcAft>
                          <a:spcPts val="0"/>
                        </a:spcAft>
                        <a:buNone/>
                      </a:pPr>
                      <a:r>
                        <a:rPr lang="en"/>
                        <a:t>No Seasonality</a:t>
                      </a:r>
                      <a:endParaRPr/>
                    </a:p>
                  </a:txBody>
                  <a:tcPr marL="91425" marR="91425" marT="91425" marB="91425"/>
                </a:tc>
                <a:tc>
                  <a:txBody>
                    <a:bodyPr/>
                    <a:lstStyle/>
                    <a:p>
                      <a:pPr marL="0" lvl="0" indent="0" algn="l" rtl="0">
                        <a:spcBef>
                          <a:spcPts val="0"/>
                        </a:spcBef>
                        <a:spcAft>
                          <a:spcPts val="0"/>
                        </a:spcAft>
                        <a:buNone/>
                      </a:pPr>
                      <a:r>
                        <a:rPr lang="en"/>
                        <a:t>✅</a:t>
                      </a:r>
                      <a:endParaRPr/>
                    </a:p>
                  </a:txBody>
                  <a:tcPr marL="91425" marR="91425" marT="91425" marB="91425"/>
                </a:tc>
                <a:tc>
                  <a:txBody>
                    <a:bodyPr/>
                    <a:lstStyle/>
                    <a:p>
                      <a:pPr marL="0" lvl="0" indent="0" algn="l" rtl="0">
                        <a:spcBef>
                          <a:spcPts val="0"/>
                        </a:spcBef>
                        <a:spcAft>
                          <a:spcPts val="0"/>
                        </a:spcAft>
                        <a:buNone/>
                      </a:pPr>
                      <a:r>
                        <a:rPr lang="en"/>
                        <a:t>❌Explicitly Modeled</a:t>
                      </a:r>
                      <a:endParaRPr/>
                    </a:p>
                  </a:txBody>
                  <a:tcPr marL="91425" marR="91425" marT="91425" marB="91425"/>
                </a:tc>
                <a:extLst>
                  <a:ext uri="{0D108BD9-81ED-4DB2-BD59-A6C34878D82A}">
                    <a16:rowId xmlns:a16="http://schemas.microsoft.com/office/drawing/2014/main" val="10003"/>
                  </a:ext>
                </a:extLst>
              </a:tr>
              <a:tr h="564950">
                <a:tc>
                  <a:txBody>
                    <a:bodyPr/>
                    <a:lstStyle/>
                    <a:p>
                      <a:pPr marL="0" lvl="0" indent="0" algn="l" rtl="0">
                        <a:spcBef>
                          <a:spcPts val="0"/>
                        </a:spcBef>
                        <a:spcAft>
                          <a:spcPts val="0"/>
                        </a:spcAft>
                        <a:buNone/>
                      </a:pPr>
                      <a:r>
                        <a:rPr lang="en"/>
                        <a:t>White Noise Residuals</a:t>
                      </a:r>
                      <a:endParaRPr/>
                    </a:p>
                  </a:txBody>
                  <a:tcPr marL="91425" marR="91425" marT="91425" marB="91425"/>
                </a:tc>
                <a:tc>
                  <a:txBody>
                    <a:bodyPr/>
                    <a:lstStyle/>
                    <a:p>
                      <a:pPr marL="0" lvl="0" indent="0" algn="l" rtl="0">
                        <a:spcBef>
                          <a:spcPts val="0"/>
                        </a:spcBef>
                        <a:spcAft>
                          <a:spcPts val="0"/>
                        </a:spcAft>
                        <a:buNone/>
                      </a:pPr>
                      <a:r>
                        <a:rPr lang="en"/>
                        <a:t>✅</a:t>
                      </a:r>
                      <a:endParaRPr/>
                    </a:p>
                  </a:txBody>
                  <a:tcPr marL="91425" marR="91425" marT="91425" marB="91425"/>
                </a:tc>
                <a:tc>
                  <a:txBody>
                    <a:bodyPr/>
                    <a:lstStyle/>
                    <a:p>
                      <a:pPr marL="0" lvl="0" indent="0" algn="l" rtl="0">
                        <a:spcBef>
                          <a:spcPts val="0"/>
                        </a:spcBef>
                        <a:spcAft>
                          <a:spcPts val="0"/>
                        </a:spcAft>
                        <a:buNone/>
                      </a:pPr>
                      <a:r>
                        <a:rPr lang="en"/>
                        <a:t>✅also seasonal residuals</a:t>
                      </a:r>
                      <a:endParaRPr/>
                    </a:p>
                  </a:txBody>
                  <a:tcPr marL="91425" marR="91425" marT="91425" marB="91425"/>
                </a:tc>
                <a:extLst>
                  <a:ext uri="{0D108BD9-81ED-4DB2-BD59-A6C34878D82A}">
                    <a16:rowId xmlns:a16="http://schemas.microsoft.com/office/drawing/2014/main" val="10004"/>
                  </a:ext>
                </a:extLst>
              </a:tr>
              <a:tr h="564950">
                <a:tc>
                  <a:txBody>
                    <a:bodyPr/>
                    <a:lstStyle/>
                    <a:p>
                      <a:pPr marL="0" lvl="0" indent="0" algn="l" rtl="0">
                        <a:spcBef>
                          <a:spcPts val="0"/>
                        </a:spcBef>
                        <a:spcAft>
                          <a:spcPts val="0"/>
                        </a:spcAft>
                        <a:buNone/>
                      </a:pPr>
                      <a:r>
                        <a:rPr lang="en"/>
                        <a:t>Independent Errors</a:t>
                      </a:r>
                      <a:endParaRPr/>
                    </a:p>
                  </a:txBody>
                  <a:tcPr marL="91425" marR="91425" marT="91425" marB="91425"/>
                </a:tc>
                <a:tc>
                  <a:txBody>
                    <a:bodyPr/>
                    <a:lstStyle/>
                    <a:p>
                      <a:pPr marL="0" lvl="0" indent="0" algn="l" rtl="0">
                        <a:spcBef>
                          <a:spcPts val="0"/>
                        </a:spcBef>
                        <a:spcAft>
                          <a:spcPts val="0"/>
                        </a:spcAft>
                        <a:buNone/>
                      </a:pPr>
                      <a:r>
                        <a:rPr lang="en"/>
                        <a:t>✅</a:t>
                      </a:r>
                      <a:endParaRPr/>
                    </a:p>
                  </a:txBody>
                  <a:tcPr marL="91425" marR="91425" marT="91425" marB="91425"/>
                </a:tc>
                <a:tc>
                  <a:txBody>
                    <a:bodyPr/>
                    <a:lstStyle/>
                    <a:p>
                      <a:pPr marL="0" lvl="0" indent="0" algn="l" rtl="0">
                        <a:spcBef>
                          <a:spcPts val="0"/>
                        </a:spcBef>
                        <a:spcAft>
                          <a:spcPts val="0"/>
                        </a:spcAft>
                        <a:buNone/>
                      </a:pPr>
                      <a:r>
                        <a:rPr lang="en"/>
                        <a:t>✅</a:t>
                      </a:r>
                      <a:endParaRPr/>
                    </a:p>
                  </a:txBody>
                  <a:tcPr marL="91425" marR="91425" marT="91425" marB="91425"/>
                </a:tc>
                <a:extLst>
                  <a:ext uri="{0D108BD9-81ED-4DB2-BD59-A6C34878D82A}">
                    <a16:rowId xmlns:a16="http://schemas.microsoft.com/office/drawing/2014/main" val="10005"/>
                  </a:ext>
                </a:extLst>
              </a:tr>
              <a:tr h="564950">
                <a:tc>
                  <a:txBody>
                    <a:bodyPr/>
                    <a:lstStyle/>
                    <a:p>
                      <a:pPr marL="0" lvl="0" indent="0" algn="l" rtl="0">
                        <a:spcBef>
                          <a:spcPts val="0"/>
                        </a:spcBef>
                        <a:spcAft>
                          <a:spcPts val="0"/>
                        </a:spcAft>
                        <a:buNone/>
                      </a:pPr>
                      <a:r>
                        <a:rPr lang="en"/>
                        <a:t>No Structural Breaks</a:t>
                      </a:r>
                      <a:endParaRPr/>
                    </a:p>
                  </a:txBody>
                  <a:tcPr marL="91425" marR="91425" marT="91425" marB="91425"/>
                </a:tc>
                <a:tc>
                  <a:txBody>
                    <a:bodyPr/>
                    <a:lstStyle/>
                    <a:p>
                      <a:pPr marL="0" lvl="0" indent="0" algn="l" rtl="0">
                        <a:spcBef>
                          <a:spcPts val="0"/>
                        </a:spcBef>
                        <a:spcAft>
                          <a:spcPts val="0"/>
                        </a:spcAft>
                        <a:buNone/>
                      </a:pPr>
                      <a:r>
                        <a:rPr lang="en"/>
                        <a:t>✅</a:t>
                      </a:r>
                      <a:endParaRPr/>
                    </a:p>
                  </a:txBody>
                  <a:tcPr marL="91425" marR="91425" marT="91425" marB="91425"/>
                </a:tc>
                <a:tc>
                  <a:txBody>
                    <a:bodyPr/>
                    <a:lstStyle/>
                    <a:p>
                      <a:pPr marL="0" lvl="0" indent="0" algn="l" rtl="0">
                        <a:spcBef>
                          <a:spcPts val="0"/>
                        </a:spcBef>
                        <a:spcAft>
                          <a:spcPts val="0"/>
                        </a:spcAft>
                        <a:buNone/>
                      </a:pPr>
                      <a:r>
                        <a:rPr lang="en"/>
                        <a:t>✅</a:t>
                      </a:r>
                      <a:endParaRPr/>
                    </a:p>
                  </a:txBody>
                  <a:tcPr marL="91425" marR="91425" marT="91425" marB="91425"/>
                </a:tc>
                <a:extLst>
                  <a:ext uri="{0D108BD9-81ED-4DB2-BD59-A6C34878D82A}">
                    <a16:rowId xmlns:a16="http://schemas.microsoft.com/office/drawing/2014/main" val="10006"/>
                  </a:ext>
                </a:extLst>
              </a:tr>
            </a:tbl>
          </a:graphicData>
        </a:graphic>
      </p:graphicFrame>
      <p:sp>
        <p:nvSpPr>
          <p:cNvPr id="435" name="Google Shape;435;p50"/>
          <p:cNvSpPr txBox="1"/>
          <p:nvPr/>
        </p:nvSpPr>
        <p:spPr>
          <a:xfrm>
            <a:off x="5892900" y="1162350"/>
            <a:ext cx="3306300" cy="3387900"/>
          </a:xfrm>
          <a:prstGeom prst="rect">
            <a:avLst/>
          </a:prstGeom>
          <a:noFill/>
          <a:ln>
            <a:noFill/>
          </a:ln>
        </p:spPr>
        <p:txBody>
          <a:bodyPr spcFirstLastPara="1" wrap="square" lIns="91425" tIns="91425" rIns="91425" bIns="91425" anchor="t" anchorCtr="0">
            <a:spAutoFit/>
          </a:bodyPr>
          <a:lstStyle/>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ARIMA</a:t>
            </a:r>
            <a:r>
              <a:rPr lang="en" sz="1100">
                <a:solidFill>
                  <a:schemeClr val="dk1"/>
                </a:solidFill>
              </a:rPr>
              <a:t> considers past stock prices (AutoRegressive component - AR) and past errors (Moving Average component - MA) to make predictions. ARIMA works well for </a:t>
            </a:r>
            <a:r>
              <a:rPr lang="en" sz="1100" b="1">
                <a:solidFill>
                  <a:srgbClr val="FF0000"/>
                </a:solidFill>
              </a:rPr>
              <a:t>short-term stock price prediction</a:t>
            </a:r>
            <a:r>
              <a:rPr lang="en" sz="1100" b="1">
                <a:solidFill>
                  <a:schemeClr val="dk1"/>
                </a:solidFill>
              </a:rPr>
              <a:t> </a:t>
            </a:r>
            <a:r>
              <a:rPr lang="en" sz="1100">
                <a:solidFill>
                  <a:schemeClr val="dk1"/>
                </a:solidFill>
              </a:rPr>
              <a:t>when historical prices exhibit clear trends and no strong seasonal effects.</a:t>
            </a:r>
            <a:endParaRPr sz="1100">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SARIMA</a:t>
            </a:r>
            <a:r>
              <a:rPr lang="en" sz="1100">
                <a:solidFill>
                  <a:schemeClr val="dk1"/>
                </a:solidFill>
              </a:rPr>
              <a:t> extends ARIMA by incorporating </a:t>
            </a:r>
            <a:r>
              <a:rPr lang="en" sz="1100" b="1">
                <a:solidFill>
                  <a:srgbClr val="FF0000"/>
                </a:solidFill>
              </a:rPr>
              <a:t>seasonality</a:t>
            </a:r>
            <a:r>
              <a:rPr lang="en" sz="1100">
                <a:solidFill>
                  <a:schemeClr val="dk1"/>
                </a:solidFill>
              </a:rPr>
              <a:t>, making it useful when stock prices exhibit recurring patterns over time.SARIMA can handle </a:t>
            </a:r>
            <a:r>
              <a:rPr lang="en" sz="1100" b="1">
                <a:solidFill>
                  <a:srgbClr val="FF0000"/>
                </a:solidFill>
              </a:rPr>
              <a:t>longer timeframes</a:t>
            </a:r>
            <a:r>
              <a:rPr lang="en" sz="1100">
                <a:solidFill>
                  <a:schemeClr val="dk1"/>
                </a:solidFill>
              </a:rPr>
              <a:t> when seasonal effects influence stock movements.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51"/>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ARIMA &amp; </a:t>
            </a:r>
            <a:r>
              <a:rPr lang="en">
                <a:solidFill>
                  <a:schemeClr val="accent1"/>
                </a:solidFill>
                <a:highlight>
                  <a:srgbClr val="FFFFFF"/>
                </a:highlight>
              </a:rPr>
              <a:t>SARIMA</a:t>
            </a:r>
            <a:endParaRPr>
              <a:solidFill>
                <a:schemeClr val="accent1"/>
              </a:solidFill>
            </a:endParaRPr>
          </a:p>
        </p:txBody>
      </p:sp>
      <p:sp>
        <p:nvSpPr>
          <p:cNvPr id="441" name="Google Shape;441;p51"/>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442" name="Google Shape;442;p51"/>
          <p:cNvSpPr txBox="1"/>
          <p:nvPr/>
        </p:nvSpPr>
        <p:spPr>
          <a:xfrm>
            <a:off x="4628775" y="1288400"/>
            <a:ext cx="40422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highlight>
                  <a:srgbClr val="FFFFFF"/>
                </a:highlight>
              </a:rPr>
              <a:t>AAPL - SARIMA RMSE after differencing: 12.21</a:t>
            </a:r>
            <a:endParaRPr sz="1200">
              <a:solidFill>
                <a:schemeClr val="dk1"/>
              </a:solidFill>
              <a:highlight>
                <a:srgbClr val="FFFFFF"/>
              </a:highlight>
            </a:endParaRPr>
          </a:p>
        </p:txBody>
      </p:sp>
      <p:sp>
        <p:nvSpPr>
          <p:cNvPr id="443" name="Google Shape;443;p51"/>
          <p:cNvSpPr txBox="1"/>
          <p:nvPr/>
        </p:nvSpPr>
        <p:spPr>
          <a:xfrm>
            <a:off x="329275" y="1248975"/>
            <a:ext cx="38946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highlight>
                  <a:srgbClr val="FFFFFF"/>
                </a:highlight>
              </a:rPr>
              <a:t>AAPL - Forecast RMSE after differencing: 14.10</a:t>
            </a:r>
            <a:endParaRPr sz="1200">
              <a:solidFill>
                <a:schemeClr val="dk1"/>
              </a:solidFill>
              <a:highlight>
                <a:srgbClr val="FFFFFF"/>
              </a:highlight>
            </a:endParaRPr>
          </a:p>
        </p:txBody>
      </p:sp>
      <p:pic>
        <p:nvPicPr>
          <p:cNvPr id="444" name="Google Shape;444;p51"/>
          <p:cNvPicPr preferRelativeResize="0"/>
          <p:nvPr/>
        </p:nvPicPr>
        <p:blipFill>
          <a:blip r:embed="rId3">
            <a:alphaModFix/>
          </a:blip>
          <a:stretch>
            <a:fillRect/>
          </a:stretch>
        </p:blipFill>
        <p:spPr>
          <a:xfrm>
            <a:off x="152400" y="1810100"/>
            <a:ext cx="4251960" cy="2881851"/>
          </a:xfrm>
          <a:prstGeom prst="rect">
            <a:avLst/>
          </a:prstGeom>
          <a:noFill/>
          <a:ln>
            <a:noFill/>
          </a:ln>
        </p:spPr>
      </p:pic>
      <p:pic>
        <p:nvPicPr>
          <p:cNvPr id="445" name="Google Shape;445;p51"/>
          <p:cNvPicPr preferRelativeResize="0"/>
          <p:nvPr/>
        </p:nvPicPr>
        <p:blipFill>
          <a:blip r:embed="rId4">
            <a:alphaModFix/>
          </a:blip>
          <a:stretch>
            <a:fillRect/>
          </a:stretch>
        </p:blipFill>
        <p:spPr>
          <a:xfrm>
            <a:off x="4523900" y="1810850"/>
            <a:ext cx="4251959" cy="288036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2"/>
          <p:cNvSpPr txBox="1">
            <a:spLocks noGrp="1"/>
          </p:cNvSpPr>
          <p:nvPr>
            <p:ph type="title"/>
          </p:nvPr>
        </p:nvSpPr>
        <p:spPr>
          <a:xfrm>
            <a:off x="424275" y="215725"/>
            <a:ext cx="7886700" cy="984600"/>
          </a:xfrm>
          <a:prstGeom prst="rect">
            <a:avLst/>
          </a:prstGeom>
          <a:noFill/>
          <a:ln>
            <a:noFill/>
          </a:ln>
        </p:spPr>
        <p:txBody>
          <a:bodyPr spcFirstLastPara="1" wrap="square" lIns="0" tIns="34275" rIns="0" bIns="34275" anchor="ctr" anchorCtr="0">
            <a:noAutofit/>
          </a:bodyPr>
          <a:lstStyle/>
          <a:p>
            <a:pPr marL="0" lvl="0" indent="0" algn="l" rtl="0">
              <a:spcBef>
                <a:spcPts val="0"/>
              </a:spcBef>
              <a:spcAft>
                <a:spcPts val="0"/>
              </a:spcAft>
              <a:buClr>
                <a:schemeClr val="accent1"/>
              </a:buClr>
              <a:buSzPts val="2700"/>
              <a:buFont typeface="Helvetica Neue"/>
              <a:buNone/>
            </a:pPr>
            <a:r>
              <a:rPr lang="en">
                <a:solidFill>
                  <a:schemeClr val="accent1"/>
                </a:solidFill>
              </a:rPr>
              <a:t>ARIMA &amp; </a:t>
            </a:r>
            <a:r>
              <a:rPr lang="en">
                <a:solidFill>
                  <a:schemeClr val="accent1"/>
                </a:solidFill>
                <a:highlight>
                  <a:srgbClr val="FFFFFF"/>
                </a:highlight>
              </a:rPr>
              <a:t>SARIMA</a:t>
            </a:r>
            <a:endParaRPr>
              <a:solidFill>
                <a:schemeClr val="accent1"/>
              </a:solidFill>
            </a:endParaRPr>
          </a:p>
          <a:p>
            <a:pPr marL="0" lvl="0" indent="0" algn="l" rtl="0">
              <a:lnSpc>
                <a:spcPct val="90000"/>
              </a:lnSpc>
              <a:spcBef>
                <a:spcPts val="0"/>
              </a:spcBef>
              <a:spcAft>
                <a:spcPts val="0"/>
              </a:spcAft>
              <a:buClr>
                <a:srgbClr val="800000"/>
              </a:buClr>
              <a:buSzPts val="2700"/>
              <a:buFont typeface="Helvetica Neue"/>
              <a:buNone/>
            </a:pPr>
            <a:endParaRPr/>
          </a:p>
        </p:txBody>
      </p:sp>
      <p:sp>
        <p:nvSpPr>
          <p:cNvPr id="451" name="Google Shape;451;p52"/>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452" name="Google Shape;452;p52"/>
          <p:cNvSpPr txBox="1"/>
          <p:nvPr/>
        </p:nvSpPr>
        <p:spPr>
          <a:xfrm>
            <a:off x="329275" y="1134763"/>
            <a:ext cx="3000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highlight>
                  <a:srgbClr val="FFFFFF"/>
                </a:highlight>
              </a:rPr>
              <a:t>AMZN - ARIMA RMSE: 32.26</a:t>
            </a:r>
            <a:endParaRPr sz="1200">
              <a:solidFill>
                <a:schemeClr val="dk1"/>
              </a:solidFill>
              <a:highlight>
                <a:srgbClr val="FFFFFF"/>
              </a:highlight>
            </a:endParaRPr>
          </a:p>
        </p:txBody>
      </p:sp>
      <p:sp>
        <p:nvSpPr>
          <p:cNvPr id="453" name="Google Shape;453;p52"/>
          <p:cNvSpPr txBox="1"/>
          <p:nvPr/>
        </p:nvSpPr>
        <p:spPr>
          <a:xfrm>
            <a:off x="4825450" y="1134775"/>
            <a:ext cx="3000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highlight>
                  <a:srgbClr val="FFFFFF"/>
                </a:highlight>
              </a:rPr>
              <a:t>AMZN - SARIMA RMSE: 31.03</a:t>
            </a:r>
            <a:endParaRPr sz="1200">
              <a:solidFill>
                <a:schemeClr val="dk1"/>
              </a:solidFill>
              <a:highlight>
                <a:srgbClr val="FFFFFF"/>
              </a:highlight>
            </a:endParaRPr>
          </a:p>
        </p:txBody>
      </p:sp>
      <p:pic>
        <p:nvPicPr>
          <p:cNvPr id="454" name="Google Shape;454;p52"/>
          <p:cNvPicPr preferRelativeResize="0"/>
          <p:nvPr/>
        </p:nvPicPr>
        <p:blipFill>
          <a:blip r:embed="rId3">
            <a:alphaModFix/>
          </a:blip>
          <a:stretch>
            <a:fillRect/>
          </a:stretch>
        </p:blipFill>
        <p:spPr>
          <a:xfrm>
            <a:off x="95725" y="1656463"/>
            <a:ext cx="4251961" cy="2880359"/>
          </a:xfrm>
          <a:prstGeom prst="rect">
            <a:avLst/>
          </a:prstGeom>
          <a:noFill/>
          <a:ln>
            <a:noFill/>
          </a:ln>
        </p:spPr>
      </p:pic>
      <p:pic>
        <p:nvPicPr>
          <p:cNvPr id="455" name="Google Shape;455;p52"/>
          <p:cNvPicPr preferRelativeResize="0"/>
          <p:nvPr/>
        </p:nvPicPr>
        <p:blipFill>
          <a:blip r:embed="rId4">
            <a:alphaModFix/>
          </a:blip>
          <a:stretch>
            <a:fillRect/>
          </a:stretch>
        </p:blipFill>
        <p:spPr>
          <a:xfrm>
            <a:off x="4572011" y="1656475"/>
            <a:ext cx="4233670" cy="288035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3"/>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ARIMA &amp; </a:t>
            </a:r>
            <a:r>
              <a:rPr lang="en">
                <a:solidFill>
                  <a:schemeClr val="accent1"/>
                </a:solidFill>
                <a:highlight>
                  <a:srgbClr val="FFFFFF"/>
                </a:highlight>
              </a:rPr>
              <a:t>SARIMA</a:t>
            </a:r>
            <a:endParaRPr>
              <a:solidFill>
                <a:schemeClr val="accent1"/>
              </a:solidFill>
            </a:endParaRPr>
          </a:p>
        </p:txBody>
      </p:sp>
      <p:sp>
        <p:nvSpPr>
          <p:cNvPr id="461" name="Google Shape;461;p53"/>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462" name="Google Shape;462;p53"/>
          <p:cNvSpPr txBox="1"/>
          <p:nvPr/>
        </p:nvSpPr>
        <p:spPr>
          <a:xfrm>
            <a:off x="4723375" y="1248975"/>
            <a:ext cx="3000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highlight>
                  <a:srgbClr val="FFFFFF"/>
                </a:highlight>
              </a:rPr>
              <a:t>GOOGL - SARIMA RMSE: 14.12</a:t>
            </a:r>
            <a:endParaRPr sz="1200">
              <a:solidFill>
                <a:schemeClr val="dk1"/>
              </a:solidFill>
              <a:highlight>
                <a:srgbClr val="FFFFFF"/>
              </a:highlight>
            </a:endParaRPr>
          </a:p>
        </p:txBody>
      </p:sp>
      <p:sp>
        <p:nvSpPr>
          <p:cNvPr id="463" name="Google Shape;463;p53"/>
          <p:cNvSpPr txBox="1"/>
          <p:nvPr/>
        </p:nvSpPr>
        <p:spPr>
          <a:xfrm>
            <a:off x="272500" y="1248975"/>
            <a:ext cx="3000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highlight>
                  <a:srgbClr val="FFFFFF"/>
                </a:highlight>
              </a:rPr>
              <a:t>GOOGL - ARIMA RMSE: 16.10</a:t>
            </a:r>
            <a:endParaRPr sz="1200">
              <a:solidFill>
                <a:schemeClr val="dk1"/>
              </a:solidFill>
              <a:highlight>
                <a:srgbClr val="FFFFFF"/>
              </a:highlight>
            </a:endParaRPr>
          </a:p>
        </p:txBody>
      </p:sp>
      <p:pic>
        <p:nvPicPr>
          <p:cNvPr id="464" name="Google Shape;464;p53"/>
          <p:cNvPicPr preferRelativeResize="0"/>
          <p:nvPr/>
        </p:nvPicPr>
        <p:blipFill>
          <a:blip r:embed="rId3">
            <a:alphaModFix/>
          </a:blip>
          <a:stretch>
            <a:fillRect/>
          </a:stretch>
        </p:blipFill>
        <p:spPr>
          <a:xfrm>
            <a:off x="4506675" y="1725325"/>
            <a:ext cx="4251958" cy="2880360"/>
          </a:xfrm>
          <a:prstGeom prst="rect">
            <a:avLst/>
          </a:prstGeom>
          <a:noFill/>
          <a:ln>
            <a:noFill/>
          </a:ln>
        </p:spPr>
      </p:pic>
      <p:pic>
        <p:nvPicPr>
          <p:cNvPr id="465" name="Google Shape;465;p53"/>
          <p:cNvPicPr preferRelativeResize="0"/>
          <p:nvPr/>
        </p:nvPicPr>
        <p:blipFill>
          <a:blip r:embed="rId4">
            <a:alphaModFix/>
          </a:blip>
          <a:stretch>
            <a:fillRect/>
          </a:stretch>
        </p:blipFill>
        <p:spPr>
          <a:xfrm>
            <a:off x="152400" y="1725325"/>
            <a:ext cx="4251959" cy="288035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54"/>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ARIMA &amp; </a:t>
            </a:r>
            <a:r>
              <a:rPr lang="en">
                <a:solidFill>
                  <a:schemeClr val="accent1"/>
                </a:solidFill>
                <a:highlight>
                  <a:srgbClr val="FFFFFF"/>
                </a:highlight>
              </a:rPr>
              <a:t>SARIMA</a:t>
            </a:r>
            <a:endParaRPr>
              <a:solidFill>
                <a:schemeClr val="accent1"/>
              </a:solidFill>
            </a:endParaRPr>
          </a:p>
        </p:txBody>
      </p:sp>
      <p:sp>
        <p:nvSpPr>
          <p:cNvPr id="471" name="Google Shape;471;p54"/>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472" name="Google Shape;472;p54"/>
          <p:cNvSpPr txBox="1"/>
          <p:nvPr/>
        </p:nvSpPr>
        <p:spPr>
          <a:xfrm>
            <a:off x="4746100" y="1248975"/>
            <a:ext cx="3000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highlight>
                  <a:srgbClr val="FFFFFF"/>
                </a:highlight>
              </a:rPr>
              <a:t>MSFT - SARIMA RMSE: 17.46</a:t>
            </a:r>
            <a:endParaRPr sz="1200">
              <a:solidFill>
                <a:schemeClr val="dk1"/>
              </a:solidFill>
              <a:highlight>
                <a:srgbClr val="FFFFFF"/>
              </a:highlight>
            </a:endParaRPr>
          </a:p>
        </p:txBody>
      </p:sp>
      <p:sp>
        <p:nvSpPr>
          <p:cNvPr id="473" name="Google Shape;473;p54"/>
          <p:cNvSpPr txBox="1"/>
          <p:nvPr/>
        </p:nvSpPr>
        <p:spPr>
          <a:xfrm>
            <a:off x="386050" y="1248975"/>
            <a:ext cx="3000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highlight>
                  <a:srgbClr val="FFFFFF"/>
                </a:highlight>
              </a:rPr>
              <a:t>MSFT - ARIMA RMSE: 20.06</a:t>
            </a:r>
            <a:endParaRPr sz="1200">
              <a:solidFill>
                <a:schemeClr val="dk1"/>
              </a:solidFill>
              <a:highlight>
                <a:srgbClr val="FFFFFF"/>
              </a:highlight>
            </a:endParaRPr>
          </a:p>
        </p:txBody>
      </p:sp>
      <p:pic>
        <p:nvPicPr>
          <p:cNvPr id="474" name="Google Shape;474;p54"/>
          <p:cNvPicPr preferRelativeResize="0"/>
          <p:nvPr/>
        </p:nvPicPr>
        <p:blipFill>
          <a:blip r:embed="rId3">
            <a:alphaModFix/>
          </a:blip>
          <a:stretch>
            <a:fillRect/>
          </a:stretch>
        </p:blipFill>
        <p:spPr>
          <a:xfrm>
            <a:off x="4631425" y="1713975"/>
            <a:ext cx="4251961" cy="2880360"/>
          </a:xfrm>
          <a:prstGeom prst="rect">
            <a:avLst/>
          </a:prstGeom>
          <a:noFill/>
          <a:ln>
            <a:noFill/>
          </a:ln>
        </p:spPr>
      </p:pic>
      <p:pic>
        <p:nvPicPr>
          <p:cNvPr id="475" name="Google Shape;475;p54"/>
          <p:cNvPicPr preferRelativeResize="0"/>
          <p:nvPr/>
        </p:nvPicPr>
        <p:blipFill>
          <a:blip r:embed="rId4">
            <a:alphaModFix/>
          </a:blip>
          <a:stretch>
            <a:fillRect/>
          </a:stretch>
        </p:blipFill>
        <p:spPr>
          <a:xfrm>
            <a:off x="152400" y="1713975"/>
            <a:ext cx="4233670" cy="28803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55"/>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ARIMA &amp; </a:t>
            </a:r>
            <a:r>
              <a:rPr lang="en">
                <a:solidFill>
                  <a:schemeClr val="accent1"/>
                </a:solidFill>
                <a:highlight>
                  <a:srgbClr val="FFFFFF"/>
                </a:highlight>
              </a:rPr>
              <a:t>SARIMA</a:t>
            </a:r>
            <a:endParaRPr>
              <a:solidFill>
                <a:schemeClr val="accent1"/>
              </a:solidFill>
            </a:endParaRPr>
          </a:p>
        </p:txBody>
      </p:sp>
      <p:sp>
        <p:nvSpPr>
          <p:cNvPr id="481" name="Google Shape;481;p55"/>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482" name="Google Shape;482;p55"/>
          <p:cNvSpPr txBox="1"/>
          <p:nvPr/>
        </p:nvSpPr>
        <p:spPr>
          <a:xfrm>
            <a:off x="4814225" y="1241300"/>
            <a:ext cx="3000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highlight>
                  <a:srgbClr val="FFFFFF"/>
                </a:highlight>
              </a:rPr>
              <a:t>TSLA - SARIMA RMSE: 134.94</a:t>
            </a:r>
            <a:endParaRPr sz="1200">
              <a:solidFill>
                <a:schemeClr val="dk1"/>
              </a:solidFill>
              <a:highlight>
                <a:srgbClr val="FFFFFF"/>
              </a:highlight>
            </a:endParaRPr>
          </a:p>
        </p:txBody>
      </p:sp>
      <p:sp>
        <p:nvSpPr>
          <p:cNvPr id="483" name="Google Shape;483;p55"/>
          <p:cNvSpPr txBox="1"/>
          <p:nvPr/>
        </p:nvSpPr>
        <p:spPr>
          <a:xfrm>
            <a:off x="420100" y="1241300"/>
            <a:ext cx="3000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highlight>
                  <a:srgbClr val="FFFFFF"/>
                </a:highlight>
              </a:rPr>
              <a:t>TSLA - ARIMA RMSE: 137.52</a:t>
            </a:r>
            <a:endParaRPr sz="1200">
              <a:solidFill>
                <a:schemeClr val="dk1"/>
              </a:solidFill>
              <a:highlight>
                <a:srgbClr val="FFFFFF"/>
              </a:highlight>
            </a:endParaRPr>
          </a:p>
        </p:txBody>
      </p:sp>
      <p:pic>
        <p:nvPicPr>
          <p:cNvPr id="484" name="Google Shape;484;p55"/>
          <p:cNvPicPr preferRelativeResize="0"/>
          <p:nvPr/>
        </p:nvPicPr>
        <p:blipFill>
          <a:blip r:embed="rId3">
            <a:alphaModFix/>
          </a:blip>
          <a:stretch>
            <a:fillRect/>
          </a:stretch>
        </p:blipFill>
        <p:spPr>
          <a:xfrm>
            <a:off x="4724395" y="1763000"/>
            <a:ext cx="4251960" cy="2880359"/>
          </a:xfrm>
          <a:prstGeom prst="rect">
            <a:avLst/>
          </a:prstGeom>
          <a:noFill/>
          <a:ln>
            <a:noFill/>
          </a:ln>
        </p:spPr>
      </p:pic>
      <p:pic>
        <p:nvPicPr>
          <p:cNvPr id="485" name="Google Shape;485;p55"/>
          <p:cNvPicPr preferRelativeResize="0"/>
          <p:nvPr/>
        </p:nvPicPr>
        <p:blipFill>
          <a:blip r:embed="rId4">
            <a:alphaModFix/>
          </a:blip>
          <a:stretch>
            <a:fillRect/>
          </a:stretch>
        </p:blipFill>
        <p:spPr>
          <a:xfrm>
            <a:off x="163750" y="1763000"/>
            <a:ext cx="4251961" cy="288036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6"/>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ARIMA &amp; </a:t>
            </a:r>
            <a:r>
              <a:rPr lang="en">
                <a:solidFill>
                  <a:schemeClr val="accent1"/>
                </a:solidFill>
                <a:highlight>
                  <a:srgbClr val="FFFFFF"/>
                </a:highlight>
              </a:rPr>
              <a:t>SARIMA</a:t>
            </a:r>
            <a:endParaRPr>
              <a:solidFill>
                <a:schemeClr val="accent1"/>
              </a:solidFill>
            </a:endParaRPr>
          </a:p>
        </p:txBody>
      </p:sp>
      <p:sp>
        <p:nvSpPr>
          <p:cNvPr id="491" name="Google Shape;491;p56"/>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492" name="Google Shape;492;p56"/>
          <p:cNvSpPr txBox="1"/>
          <p:nvPr/>
        </p:nvSpPr>
        <p:spPr>
          <a:xfrm>
            <a:off x="363325" y="1192200"/>
            <a:ext cx="3000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highlight>
                  <a:srgbClr val="FFFFFF"/>
                </a:highlight>
              </a:rPr>
              <a:t>META - ARIMA RMSE: 131.72</a:t>
            </a:r>
            <a:endParaRPr sz="1200">
              <a:solidFill>
                <a:schemeClr val="dk1"/>
              </a:solidFill>
              <a:highlight>
                <a:srgbClr val="FFFFFF"/>
              </a:highlight>
            </a:endParaRPr>
          </a:p>
        </p:txBody>
      </p:sp>
      <p:sp>
        <p:nvSpPr>
          <p:cNvPr id="493" name="Google Shape;493;p56"/>
          <p:cNvSpPr txBox="1"/>
          <p:nvPr/>
        </p:nvSpPr>
        <p:spPr>
          <a:xfrm>
            <a:off x="4791500" y="1192200"/>
            <a:ext cx="3000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highlight>
                  <a:srgbClr val="FFFFFF"/>
                </a:highlight>
              </a:rPr>
              <a:t>META - SARIMA RMSE: 23.57</a:t>
            </a:r>
            <a:endParaRPr sz="1200">
              <a:solidFill>
                <a:schemeClr val="dk1"/>
              </a:solidFill>
              <a:highlight>
                <a:srgbClr val="FFFFFF"/>
              </a:highlight>
            </a:endParaRPr>
          </a:p>
        </p:txBody>
      </p:sp>
      <p:pic>
        <p:nvPicPr>
          <p:cNvPr id="494" name="Google Shape;494;p56"/>
          <p:cNvPicPr preferRelativeResize="0"/>
          <p:nvPr/>
        </p:nvPicPr>
        <p:blipFill>
          <a:blip r:embed="rId3">
            <a:alphaModFix/>
          </a:blip>
          <a:stretch>
            <a:fillRect/>
          </a:stretch>
        </p:blipFill>
        <p:spPr>
          <a:xfrm>
            <a:off x="4642750" y="1691225"/>
            <a:ext cx="4251961" cy="2880360"/>
          </a:xfrm>
          <a:prstGeom prst="rect">
            <a:avLst/>
          </a:prstGeom>
          <a:noFill/>
          <a:ln>
            <a:noFill/>
          </a:ln>
        </p:spPr>
      </p:pic>
      <p:pic>
        <p:nvPicPr>
          <p:cNvPr id="495" name="Google Shape;495;p56"/>
          <p:cNvPicPr preferRelativeResize="0"/>
          <p:nvPr/>
        </p:nvPicPr>
        <p:blipFill>
          <a:blip r:embed="rId4">
            <a:alphaModFix/>
          </a:blip>
          <a:stretch>
            <a:fillRect/>
          </a:stretch>
        </p:blipFill>
        <p:spPr>
          <a:xfrm>
            <a:off x="152400" y="1691225"/>
            <a:ext cx="4251958" cy="288036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57"/>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ARIMA &amp; </a:t>
            </a:r>
            <a:r>
              <a:rPr lang="en">
                <a:solidFill>
                  <a:schemeClr val="accent1"/>
                </a:solidFill>
                <a:highlight>
                  <a:srgbClr val="FFFFFF"/>
                </a:highlight>
              </a:rPr>
              <a:t>SARIMA</a:t>
            </a:r>
            <a:endParaRPr>
              <a:solidFill>
                <a:schemeClr val="accent1"/>
              </a:solidFill>
            </a:endParaRPr>
          </a:p>
        </p:txBody>
      </p:sp>
      <p:sp>
        <p:nvSpPr>
          <p:cNvPr id="501" name="Google Shape;501;p57"/>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502" name="Google Shape;502;p57"/>
          <p:cNvSpPr txBox="1"/>
          <p:nvPr/>
        </p:nvSpPr>
        <p:spPr>
          <a:xfrm>
            <a:off x="147600" y="2571750"/>
            <a:ext cx="3179100" cy="73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1"/>
                </a:solidFill>
              </a:rPr>
              <a:t>In our result, SARIMA model always performs better than ARIMA model! </a:t>
            </a:r>
            <a:endParaRPr sz="1100" b="1">
              <a:solidFill>
                <a:schemeClr val="dk1"/>
              </a:solidFill>
            </a:endParaRPr>
          </a:p>
        </p:txBody>
      </p:sp>
      <p:sp>
        <p:nvSpPr>
          <p:cNvPr id="503" name="Google Shape;503;p57"/>
          <p:cNvSpPr txBox="1"/>
          <p:nvPr/>
        </p:nvSpPr>
        <p:spPr>
          <a:xfrm>
            <a:off x="147600" y="1201950"/>
            <a:ext cx="3243000" cy="1554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chemeClr val="dk1"/>
                </a:solidFill>
              </a:rPr>
              <a:t>Best Predictability (RMSE &lt; 15)</a:t>
            </a:r>
            <a:r>
              <a:rPr lang="en" sz="1100">
                <a:solidFill>
                  <a:schemeClr val="dk1"/>
                </a:solidFill>
              </a:rPr>
              <a:t>: Apple(12.21),Goggle (</a:t>
            </a:r>
            <a:r>
              <a:rPr lang="en" sz="1000">
                <a:solidFill>
                  <a:schemeClr val="dk1"/>
                </a:solidFill>
                <a:highlight>
                  <a:schemeClr val="lt1"/>
                </a:highlight>
              </a:rPr>
              <a:t>14.12)</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 sz="1100" b="1">
                <a:solidFill>
                  <a:schemeClr val="dk1"/>
                </a:solidFill>
              </a:rPr>
              <a:t>Moderate Predictability </a:t>
            </a:r>
            <a:r>
              <a:rPr lang="en" sz="1100">
                <a:solidFill>
                  <a:schemeClr val="dk1"/>
                </a:solidFill>
              </a:rPr>
              <a:t>(</a:t>
            </a:r>
            <a:r>
              <a:rPr lang="en" sz="1100" b="1">
                <a:solidFill>
                  <a:schemeClr val="dk1"/>
                </a:solidFill>
              </a:rPr>
              <a:t>RMSE 15 - 30</a:t>
            </a:r>
            <a:r>
              <a:rPr lang="en" sz="1100">
                <a:solidFill>
                  <a:schemeClr val="dk1"/>
                </a:solidFill>
              </a:rPr>
              <a:t>): Microsoft(17.46), Meta(23.57</a:t>
            </a:r>
            <a:r>
              <a:rPr lang="en" sz="1000">
                <a:solidFill>
                  <a:schemeClr val="dk1"/>
                </a:solidFill>
                <a:highlight>
                  <a:schemeClr val="lt1"/>
                </a:highlight>
              </a:rPr>
              <a:t>),</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 sz="1100" b="1">
                <a:solidFill>
                  <a:schemeClr val="dk1"/>
                </a:solidFill>
              </a:rPr>
              <a:t>Low Predictability </a:t>
            </a:r>
            <a:r>
              <a:rPr lang="en" sz="1100">
                <a:solidFill>
                  <a:schemeClr val="dk1"/>
                </a:solidFill>
              </a:rPr>
              <a:t>(</a:t>
            </a:r>
            <a:r>
              <a:rPr lang="en" sz="1100" b="1">
                <a:solidFill>
                  <a:schemeClr val="dk1"/>
                </a:solidFill>
              </a:rPr>
              <a:t>RMSE &gt; 30</a:t>
            </a:r>
            <a:r>
              <a:rPr lang="en" sz="1100">
                <a:solidFill>
                  <a:schemeClr val="dk1"/>
                </a:solidFill>
              </a:rPr>
              <a:t>): Amazon(31.03), TSLA (</a:t>
            </a:r>
            <a:r>
              <a:rPr lang="en" sz="1200">
                <a:solidFill>
                  <a:schemeClr val="dk1"/>
                </a:solidFill>
                <a:highlight>
                  <a:schemeClr val="lt1"/>
                </a:highlight>
              </a:rPr>
              <a:t>134.94</a:t>
            </a:r>
            <a:r>
              <a:rPr lang="en" sz="1000">
                <a:solidFill>
                  <a:schemeClr val="dk1"/>
                </a:solidFill>
                <a:highlight>
                  <a:schemeClr val="lt1"/>
                </a:highlight>
              </a:rPr>
              <a:t>)</a:t>
            </a:r>
            <a:endParaRPr sz="1800">
              <a:solidFill>
                <a:srgbClr val="767676"/>
              </a:solidFill>
              <a:latin typeface="Helvetica Neue"/>
              <a:ea typeface="Helvetica Neue"/>
              <a:cs typeface="Helvetica Neue"/>
              <a:sym typeface="Helvetica Neue"/>
            </a:endParaRPr>
          </a:p>
        </p:txBody>
      </p:sp>
      <p:sp>
        <p:nvSpPr>
          <p:cNvPr id="504" name="Google Shape;504;p57"/>
          <p:cNvSpPr txBox="1"/>
          <p:nvPr/>
        </p:nvSpPr>
        <p:spPr>
          <a:xfrm>
            <a:off x="3695851" y="984600"/>
            <a:ext cx="5336400" cy="2880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dirty="0">
                <a:solidFill>
                  <a:schemeClr val="dk1"/>
                </a:solidFill>
              </a:rPr>
              <a:t>Limitations of ARIMA and SARIMA for Stock Prediction</a:t>
            </a:r>
            <a:endParaRPr sz="1300" b="1" dirty="0">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 sz="1100" b="1" dirty="0">
                <a:solidFill>
                  <a:schemeClr val="dk1"/>
                </a:solidFill>
              </a:rPr>
              <a:t>Assumption of Linearity</a:t>
            </a:r>
            <a:endParaRPr sz="1100" b="1"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ARIMA and SARIMA assume that stock price movements follow a linear pattern, which is not always true due to market shocks, news, and external factors.</a:t>
            </a:r>
            <a:endParaRPr sz="1100" dirty="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sz="1100" b="1" dirty="0">
                <a:solidFill>
                  <a:schemeClr val="dk1"/>
                </a:solidFill>
              </a:rPr>
              <a:t>Limited in Capturing Volatility                                                                       </a:t>
            </a:r>
            <a:endParaRPr sz="1100" b="1"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Stock markets are highly volatile. ARIMA/SARIMA models do not capture volatility clustering like </a:t>
            </a:r>
            <a:r>
              <a:rPr lang="en" sz="1100" b="1" dirty="0">
                <a:solidFill>
                  <a:schemeClr val="dk1"/>
                </a:solidFill>
              </a:rPr>
              <a:t>GARCH</a:t>
            </a:r>
            <a:r>
              <a:rPr lang="en" sz="1100" dirty="0">
                <a:solidFill>
                  <a:schemeClr val="dk1"/>
                </a:solidFill>
              </a:rPr>
              <a:t> models.</a:t>
            </a:r>
            <a:endParaRPr sz="1100" dirty="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sz="1100" b="1" dirty="0">
                <a:solidFill>
                  <a:schemeClr val="dk1"/>
                </a:solidFill>
              </a:rPr>
              <a:t>Not Suitable for High-Frequency Trading</a:t>
            </a:r>
            <a:endParaRPr sz="1100" b="1"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ARIMA and SARIMA are designed for </a:t>
            </a:r>
            <a:r>
              <a:rPr lang="en" sz="1100" b="1" dirty="0">
                <a:solidFill>
                  <a:schemeClr val="dk1"/>
                </a:solidFill>
              </a:rPr>
              <a:t>daily, weekly, or monthly predictions</a:t>
            </a:r>
            <a:r>
              <a:rPr lang="en" sz="1100" dirty="0">
                <a:solidFill>
                  <a:schemeClr val="dk1"/>
                </a:solidFill>
              </a:rPr>
              <a:t>. For high-frequency trading (e.g., minute-level or tick data), deep learning models (LSTMs, Transformers) or reinforcement learning approaches work better.</a:t>
            </a:r>
            <a:endParaRPr sz="1100" dirty="0">
              <a:solidFill>
                <a:schemeClr val="dk1"/>
              </a:solidFill>
            </a:endParaRPr>
          </a:p>
        </p:txBody>
      </p:sp>
      <p:pic>
        <p:nvPicPr>
          <p:cNvPr id="505" name="Google Shape;505;p57"/>
          <p:cNvPicPr preferRelativeResize="0"/>
          <p:nvPr/>
        </p:nvPicPr>
        <p:blipFill>
          <a:blip r:embed="rId3">
            <a:alphaModFix/>
          </a:blip>
          <a:stretch>
            <a:fillRect/>
          </a:stretch>
        </p:blipFill>
        <p:spPr>
          <a:xfrm>
            <a:off x="1185000" y="2973900"/>
            <a:ext cx="2014299" cy="18127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8"/>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solidFill>
                  <a:schemeClr val="accent1"/>
                </a:solidFill>
              </a:rPr>
              <a:t>ARCH/GARCH</a:t>
            </a:r>
            <a:endParaRPr/>
          </a:p>
        </p:txBody>
      </p:sp>
      <p:sp>
        <p:nvSpPr>
          <p:cNvPr id="511" name="Google Shape;511;p58"/>
          <p:cNvSpPr txBox="1"/>
          <p:nvPr/>
        </p:nvSpPr>
        <p:spPr>
          <a:xfrm>
            <a:off x="210700" y="776580"/>
            <a:ext cx="9012900" cy="4279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dirty="0">
                <a:solidFill>
                  <a:schemeClr val="dk1"/>
                </a:solidFill>
              </a:rPr>
              <a:t>Proposed Approaches &amp; Justification: ARCH/GARCH Model for Autodesk Stock Volatility Prediction</a:t>
            </a:r>
            <a:endParaRPr sz="11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dirty="0">
                <a:solidFill>
                  <a:schemeClr val="dk1"/>
                </a:solidFill>
              </a:rPr>
              <a:t>ARCH (Autoregressive Conditional Heteroskedasticity):</a:t>
            </a:r>
            <a:r>
              <a:rPr lang="en" sz="1100" dirty="0">
                <a:solidFill>
                  <a:schemeClr val="dk1"/>
                </a:solidFill>
              </a:rPr>
              <a:t> Captures short-term volatility clustering but does not account for persistence. Best for </a:t>
            </a:r>
            <a:r>
              <a:rPr lang="en" sz="1100" b="1" dirty="0">
                <a:solidFill>
                  <a:schemeClr val="dk1"/>
                </a:solidFill>
              </a:rPr>
              <a:t>one-step-ahead volatility forecasting</a:t>
            </a:r>
            <a:r>
              <a:rPr lang="en" sz="1100" dirty="0">
                <a:solidFill>
                  <a:schemeClr val="dk1"/>
                </a:solidFill>
              </a:rPr>
              <a:t> in this test set, likely due to its simplicity and fit to noisy squared returns. </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GARCH (Generalized ARCH):</a:t>
            </a:r>
            <a:r>
              <a:rPr lang="en" sz="1100" dirty="0">
                <a:solidFill>
                  <a:schemeClr val="dk1"/>
                </a:solidFill>
              </a:rPr>
              <a:t> Adds lagged volatility terms, improving long-term volatility modeling. Best at capturing the </a:t>
            </a:r>
            <a:r>
              <a:rPr lang="en" sz="1100" b="1" dirty="0">
                <a:solidFill>
                  <a:schemeClr val="dk1"/>
                </a:solidFill>
              </a:rPr>
              <a:t>overall volatility process</a:t>
            </a:r>
            <a:r>
              <a:rPr lang="en" sz="1100" dirty="0">
                <a:solidFill>
                  <a:schemeClr val="dk1"/>
                </a:solidFill>
              </a:rPr>
              <a:t> (most normal residuals per JB Test) and dynamic patterns (smoother rolling predictions), due to its flexibility and longer memory. </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Trade-offs:</a:t>
            </a:r>
            <a:r>
              <a:rPr lang="en" sz="1100" dirty="0">
                <a:solidFill>
                  <a:schemeClr val="dk1"/>
                </a:solidFill>
              </a:rPr>
              <a:t> ARCH is simpler but may not fully capture volatility persistence, while GARCH is more effective but computationally intensive.</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Goals</a:t>
            </a:r>
            <a:r>
              <a:rPr lang="en" sz="1100" dirty="0">
                <a:solidFill>
                  <a:schemeClr val="dk1"/>
                </a:solidFill>
              </a:rPr>
              <a:t>: For short-term volatility forecasts (e.g., risk management), ARCH(1) might be preferred. For understanding or simulating the full volatility process, GARCH(2,2) is better for realistic long-term forecasts.</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dirty="0">
                <a:solidFill>
                  <a:schemeClr val="dk1"/>
                </a:solidFill>
              </a:rPr>
              <a:t>ARCH and GARCH models assume that the variance of the error term (or innovations) is not constant over time but rather autocorrelated, meaning that</a:t>
            </a:r>
            <a:r>
              <a:rPr lang="en" sz="1100" b="1" dirty="0">
                <a:solidFill>
                  <a:schemeClr val="dk1"/>
                </a:solidFill>
              </a:rPr>
              <a:t> periods of high volatility tend to cluster together</a:t>
            </a:r>
            <a:r>
              <a:rPr lang="en" sz="1100" dirty="0">
                <a:solidFill>
                  <a:schemeClr val="dk1"/>
                </a:solidFill>
              </a:rPr>
              <a:t>. </a:t>
            </a:r>
            <a:endParaRPr sz="1100" dirty="0">
              <a:solidFill>
                <a:schemeClr val="dk1"/>
              </a:solidFill>
            </a:endParaRPr>
          </a:p>
          <a:p>
            <a:pPr marL="0" lvl="0" indent="0" algn="l" rtl="0">
              <a:lnSpc>
                <a:spcPct val="115000"/>
              </a:lnSpc>
              <a:spcBef>
                <a:spcPts val="1200"/>
              </a:spcBef>
              <a:spcAft>
                <a:spcPts val="0"/>
              </a:spcAft>
              <a:buNone/>
            </a:pPr>
            <a:r>
              <a:rPr lang="en" sz="1100" b="1" dirty="0">
                <a:solidFill>
                  <a:schemeClr val="dk1"/>
                </a:solidFill>
              </a:rPr>
              <a:t>Results &amp; Key Learnings</a:t>
            </a:r>
            <a:endParaRPr sz="11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dirty="0">
                <a:solidFill>
                  <a:schemeClr val="dk1"/>
                </a:solidFill>
              </a:rPr>
              <a:t>Models Evaluated:</a:t>
            </a:r>
            <a:r>
              <a:rPr lang="en" sz="1100" dirty="0">
                <a:solidFill>
                  <a:schemeClr val="dk1"/>
                </a:solidFill>
              </a:rPr>
              <a:t> ARCH(1), ARCH(2), GARCH(1,1), and GARCH(2,2).</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Best Model:</a:t>
            </a:r>
            <a:r>
              <a:rPr lang="en" sz="1100" dirty="0">
                <a:solidFill>
                  <a:schemeClr val="dk1"/>
                </a:solidFill>
              </a:rPr>
              <a:t> </a:t>
            </a:r>
            <a:r>
              <a:rPr lang="en" sz="1100" b="1" dirty="0">
                <a:solidFill>
                  <a:schemeClr val="dk1"/>
                </a:solidFill>
              </a:rPr>
              <a:t>GARCH(2,2)</a:t>
            </a:r>
            <a:r>
              <a:rPr lang="en" sz="1100" dirty="0">
                <a:solidFill>
                  <a:schemeClr val="dk1"/>
                </a:solidFill>
              </a:rPr>
              <a:t> had the lowest RMSE (12.70), outperforming others.</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Insights:</a:t>
            </a:r>
            <a:r>
              <a:rPr lang="en" sz="1100" dirty="0">
                <a:solidFill>
                  <a:schemeClr val="dk1"/>
                </a:solidFill>
              </a:rPr>
              <a:t> GARCH models better predict financial market volatility, confirming that </a:t>
            </a:r>
            <a:r>
              <a:rPr lang="en" sz="1100" b="1" dirty="0">
                <a:solidFill>
                  <a:schemeClr val="dk1"/>
                </a:solidFill>
              </a:rPr>
              <a:t>past volatility influences future volatility</a:t>
            </a:r>
            <a:r>
              <a:rPr lang="en" sz="1100" dirty="0">
                <a:solidFill>
                  <a:schemeClr val="dk1"/>
                </a:solidFill>
              </a:rPr>
              <a: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Application:</a:t>
            </a:r>
            <a:r>
              <a:rPr lang="en" sz="1100" dirty="0">
                <a:solidFill>
                  <a:schemeClr val="dk1"/>
                </a:solidFill>
              </a:rPr>
              <a:t> Useful for risk management and options pricing.</a:t>
            </a:r>
            <a:endParaRPr sz="1100" dirty="0">
              <a:solidFill>
                <a:schemeClr val="dk1"/>
              </a:solidFill>
            </a:endParaRPr>
          </a:p>
          <a:p>
            <a:pPr marL="0" lvl="0" indent="0" algn="l" rtl="0">
              <a:lnSpc>
                <a:spcPct val="115000"/>
              </a:lnSpc>
              <a:spcBef>
                <a:spcPts val="1200"/>
              </a:spcBef>
              <a:spcAft>
                <a:spcPts val="1200"/>
              </a:spcAft>
              <a:buNone/>
            </a:pPr>
            <a:endParaRPr sz="1100" i="1" dirty="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9"/>
          <p:cNvSpPr txBox="1">
            <a:spLocks noGrp="1"/>
          </p:cNvSpPr>
          <p:nvPr>
            <p:ph type="title"/>
          </p:nvPr>
        </p:nvSpPr>
        <p:spPr>
          <a:xfrm>
            <a:off x="628650" y="0"/>
            <a:ext cx="7886700" cy="984558"/>
          </a:xfrm>
          <a:prstGeom prst="rect">
            <a:avLst/>
          </a:prstGeom>
          <a:noFill/>
          <a:ln>
            <a:noFill/>
          </a:ln>
        </p:spPr>
        <p:txBody>
          <a:bodyPr spcFirstLastPara="1" wrap="square" lIns="0" tIns="34275" rIns="0" bIns="34275" anchor="ctr" anchorCtr="0">
            <a:noAutofit/>
          </a:bodyPr>
          <a:lstStyle/>
          <a:p>
            <a:pPr marL="0" lvl="0" indent="0" algn="l" rtl="0">
              <a:spcBef>
                <a:spcPts val="0"/>
              </a:spcBef>
              <a:spcAft>
                <a:spcPts val="0"/>
              </a:spcAft>
              <a:buClr>
                <a:schemeClr val="accent1"/>
              </a:buClr>
              <a:buSzPts val="2700"/>
              <a:buFont typeface="Helvetica Neue"/>
              <a:buNone/>
            </a:pPr>
            <a:r>
              <a:rPr lang="en">
                <a:solidFill>
                  <a:schemeClr val="accent1"/>
                </a:solidFill>
              </a:rPr>
              <a:t>ARCH/GARCH</a:t>
            </a:r>
            <a:endParaRPr/>
          </a:p>
        </p:txBody>
      </p:sp>
      <p:sp>
        <p:nvSpPr>
          <p:cNvPr id="517" name="Google Shape;517;p59"/>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23</a:t>
            </a:fld>
            <a:endParaRPr/>
          </a:p>
        </p:txBody>
      </p:sp>
      <p:pic>
        <p:nvPicPr>
          <p:cNvPr id="518" name="Google Shape;518;p59"/>
          <p:cNvPicPr preferRelativeResize="0"/>
          <p:nvPr/>
        </p:nvPicPr>
        <p:blipFill>
          <a:blip r:embed="rId3">
            <a:alphaModFix/>
          </a:blip>
          <a:stretch>
            <a:fillRect/>
          </a:stretch>
        </p:blipFill>
        <p:spPr>
          <a:xfrm>
            <a:off x="4288850" y="2323088"/>
            <a:ext cx="4518101" cy="1884275"/>
          </a:xfrm>
          <a:prstGeom prst="rect">
            <a:avLst/>
          </a:prstGeom>
          <a:noFill/>
          <a:ln>
            <a:noFill/>
          </a:ln>
        </p:spPr>
      </p:pic>
      <p:pic>
        <p:nvPicPr>
          <p:cNvPr id="519" name="Google Shape;519;p59"/>
          <p:cNvPicPr preferRelativeResize="0"/>
          <p:nvPr/>
        </p:nvPicPr>
        <p:blipFill>
          <a:blip r:embed="rId4">
            <a:alphaModFix/>
          </a:blip>
          <a:stretch>
            <a:fillRect/>
          </a:stretch>
        </p:blipFill>
        <p:spPr>
          <a:xfrm>
            <a:off x="170950" y="2260134"/>
            <a:ext cx="3890976" cy="2096041"/>
          </a:xfrm>
          <a:prstGeom prst="rect">
            <a:avLst/>
          </a:prstGeom>
          <a:noFill/>
          <a:ln>
            <a:noFill/>
          </a:ln>
        </p:spPr>
      </p:pic>
      <p:sp>
        <p:nvSpPr>
          <p:cNvPr id="520" name="Google Shape;520;p59"/>
          <p:cNvSpPr txBox="1"/>
          <p:nvPr/>
        </p:nvSpPr>
        <p:spPr>
          <a:xfrm>
            <a:off x="435125" y="1364488"/>
            <a:ext cx="3000000" cy="515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highlight>
                  <a:srgbClr val="FFFFFF"/>
                </a:highlight>
              </a:rPr>
              <a:t>Amazon</a:t>
            </a:r>
            <a:endParaRPr sz="1000">
              <a:solidFill>
                <a:schemeClr val="dk1"/>
              </a:solidFill>
              <a:highlight>
                <a:srgbClr val="FFFFFF"/>
              </a:highlight>
            </a:endParaRPr>
          </a:p>
          <a:p>
            <a:pPr marL="0" lvl="0" indent="0" algn="l" rtl="0">
              <a:lnSpc>
                <a:spcPct val="115000"/>
              </a:lnSpc>
              <a:spcBef>
                <a:spcPts val="0"/>
              </a:spcBef>
              <a:spcAft>
                <a:spcPts val="0"/>
              </a:spcAft>
              <a:buNone/>
            </a:pPr>
            <a:r>
              <a:rPr lang="en" sz="1000">
                <a:solidFill>
                  <a:schemeClr val="dk1"/>
                </a:solidFill>
                <a:highlight>
                  <a:srgbClr val="FFFFFF"/>
                </a:highlight>
              </a:rPr>
              <a:t>RMSE amazon: 9.6</a:t>
            </a:r>
            <a:endParaRPr sz="1000">
              <a:solidFill>
                <a:schemeClr val="dk1"/>
              </a:solidFill>
              <a:highlight>
                <a:srgbClr val="FFFFFF"/>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60"/>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spcBef>
                <a:spcPts val="0"/>
              </a:spcBef>
              <a:spcAft>
                <a:spcPts val="0"/>
              </a:spcAft>
              <a:buClr>
                <a:schemeClr val="accent1"/>
              </a:buClr>
              <a:buSzPts val="2700"/>
              <a:buFont typeface="Helvetica Neue"/>
              <a:buNone/>
            </a:pPr>
            <a:r>
              <a:rPr lang="en">
                <a:solidFill>
                  <a:schemeClr val="accent1"/>
                </a:solidFill>
              </a:rPr>
              <a:t>ARCH/GARCH</a:t>
            </a:r>
            <a:endParaRPr/>
          </a:p>
        </p:txBody>
      </p:sp>
      <p:sp>
        <p:nvSpPr>
          <p:cNvPr id="526" name="Google Shape;526;p60"/>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527" name="Google Shape;527;p60"/>
          <p:cNvSpPr txBox="1"/>
          <p:nvPr/>
        </p:nvSpPr>
        <p:spPr>
          <a:xfrm>
            <a:off x="435125" y="1364488"/>
            <a:ext cx="3000000" cy="515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highlight>
                  <a:srgbClr val="FFFFFF"/>
                </a:highlight>
              </a:rPr>
              <a:t>Apple</a:t>
            </a:r>
            <a:endParaRPr sz="1000">
              <a:solidFill>
                <a:schemeClr val="dk1"/>
              </a:solidFill>
              <a:highlight>
                <a:srgbClr val="FFFFFF"/>
              </a:highlight>
            </a:endParaRPr>
          </a:p>
          <a:p>
            <a:pPr marL="0" lvl="0" indent="0" algn="l" rtl="0">
              <a:lnSpc>
                <a:spcPct val="115000"/>
              </a:lnSpc>
              <a:spcBef>
                <a:spcPts val="0"/>
              </a:spcBef>
              <a:spcAft>
                <a:spcPts val="0"/>
              </a:spcAft>
              <a:buNone/>
            </a:pPr>
            <a:r>
              <a:rPr lang="en" sz="1000">
                <a:solidFill>
                  <a:schemeClr val="dk1"/>
                </a:solidFill>
                <a:highlight>
                  <a:srgbClr val="FFFFFF"/>
                </a:highlight>
              </a:rPr>
              <a:t>RMSE RMSE apple: 5.2</a:t>
            </a:r>
            <a:endParaRPr sz="1000">
              <a:solidFill>
                <a:schemeClr val="dk1"/>
              </a:solidFill>
              <a:highlight>
                <a:srgbClr val="FFFFFF"/>
              </a:highlight>
            </a:endParaRPr>
          </a:p>
        </p:txBody>
      </p:sp>
      <p:pic>
        <p:nvPicPr>
          <p:cNvPr id="528" name="Google Shape;528;p60"/>
          <p:cNvPicPr preferRelativeResize="0"/>
          <p:nvPr/>
        </p:nvPicPr>
        <p:blipFill>
          <a:blip r:embed="rId3">
            <a:alphaModFix/>
          </a:blip>
          <a:stretch>
            <a:fillRect/>
          </a:stretch>
        </p:blipFill>
        <p:spPr>
          <a:xfrm>
            <a:off x="46650" y="1965375"/>
            <a:ext cx="4286050" cy="2269075"/>
          </a:xfrm>
          <a:prstGeom prst="rect">
            <a:avLst/>
          </a:prstGeom>
          <a:noFill/>
          <a:ln>
            <a:noFill/>
          </a:ln>
        </p:spPr>
      </p:pic>
      <p:pic>
        <p:nvPicPr>
          <p:cNvPr id="529" name="Google Shape;529;p60"/>
          <p:cNvPicPr preferRelativeResize="0"/>
          <p:nvPr/>
        </p:nvPicPr>
        <p:blipFill>
          <a:blip r:embed="rId4">
            <a:alphaModFix/>
          </a:blip>
          <a:stretch>
            <a:fillRect/>
          </a:stretch>
        </p:blipFill>
        <p:spPr>
          <a:xfrm>
            <a:off x="4371725" y="2035775"/>
            <a:ext cx="4620425" cy="20510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61"/>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spcBef>
                <a:spcPts val="0"/>
              </a:spcBef>
              <a:spcAft>
                <a:spcPts val="0"/>
              </a:spcAft>
              <a:buClr>
                <a:schemeClr val="accent1"/>
              </a:buClr>
              <a:buSzPts val="2700"/>
              <a:buFont typeface="Helvetica Neue"/>
              <a:buNone/>
            </a:pPr>
            <a:r>
              <a:rPr lang="en">
                <a:solidFill>
                  <a:schemeClr val="accent1"/>
                </a:solidFill>
              </a:rPr>
              <a:t>ARCH/GARCH</a:t>
            </a:r>
            <a:endParaRPr/>
          </a:p>
        </p:txBody>
      </p:sp>
      <p:sp>
        <p:nvSpPr>
          <p:cNvPr id="535" name="Google Shape;535;p61"/>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536" name="Google Shape;536;p61"/>
          <p:cNvSpPr txBox="1"/>
          <p:nvPr/>
        </p:nvSpPr>
        <p:spPr>
          <a:xfrm>
            <a:off x="427325" y="1170263"/>
            <a:ext cx="3000000" cy="104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highlight>
                  <a:srgbClr val="FFFFFF"/>
                </a:highlight>
              </a:rPr>
              <a:t>Autodesk</a:t>
            </a:r>
            <a:endParaRPr sz="10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rgbClr val="FFFFFF"/>
                </a:highlight>
              </a:rPr>
              <a:t>RMSE autodesk: 12.7</a:t>
            </a:r>
            <a:endParaRPr sz="1000">
              <a:solidFill>
                <a:schemeClr val="dk1"/>
              </a:solidFill>
              <a:highlight>
                <a:srgbClr val="FFFFFF"/>
              </a:highlight>
            </a:endParaRPr>
          </a:p>
          <a:p>
            <a:pPr marL="0" lvl="0" indent="0" algn="l" rtl="0">
              <a:lnSpc>
                <a:spcPct val="115000"/>
              </a:lnSpc>
              <a:spcBef>
                <a:spcPts val="0"/>
              </a:spcBef>
              <a:spcAft>
                <a:spcPts val="0"/>
              </a:spcAft>
              <a:buNone/>
            </a:pPr>
            <a:endParaRPr sz="1000">
              <a:solidFill>
                <a:schemeClr val="dk1"/>
              </a:solidFill>
              <a:highlight>
                <a:srgbClr val="FFFFFF"/>
              </a:highlight>
            </a:endParaRPr>
          </a:p>
          <a:p>
            <a:pPr marL="0" lvl="0" indent="0" algn="l" rtl="0">
              <a:lnSpc>
                <a:spcPct val="115000"/>
              </a:lnSpc>
              <a:spcBef>
                <a:spcPts val="0"/>
              </a:spcBef>
              <a:spcAft>
                <a:spcPts val="0"/>
              </a:spcAft>
              <a:buNone/>
            </a:pPr>
            <a:endParaRPr sz="1000">
              <a:solidFill>
                <a:schemeClr val="dk1"/>
              </a:solidFill>
              <a:highlight>
                <a:srgbClr val="FFFFFF"/>
              </a:highlight>
            </a:endParaRPr>
          </a:p>
          <a:p>
            <a:pPr marL="0" lvl="0" indent="0" algn="l" rtl="0">
              <a:lnSpc>
                <a:spcPct val="115000"/>
              </a:lnSpc>
              <a:spcBef>
                <a:spcPts val="0"/>
              </a:spcBef>
              <a:spcAft>
                <a:spcPts val="0"/>
              </a:spcAft>
              <a:buNone/>
            </a:pPr>
            <a:endParaRPr sz="1000">
              <a:solidFill>
                <a:schemeClr val="dk1"/>
              </a:solidFill>
              <a:highlight>
                <a:srgbClr val="FFFFFF"/>
              </a:highlight>
            </a:endParaRPr>
          </a:p>
        </p:txBody>
      </p:sp>
      <p:pic>
        <p:nvPicPr>
          <p:cNvPr id="537" name="Google Shape;537;p61"/>
          <p:cNvPicPr preferRelativeResize="0"/>
          <p:nvPr/>
        </p:nvPicPr>
        <p:blipFill>
          <a:blip r:embed="rId3">
            <a:alphaModFix/>
          </a:blip>
          <a:stretch>
            <a:fillRect/>
          </a:stretch>
        </p:blipFill>
        <p:spPr>
          <a:xfrm>
            <a:off x="129075" y="1858272"/>
            <a:ext cx="4152000" cy="2198351"/>
          </a:xfrm>
          <a:prstGeom prst="rect">
            <a:avLst/>
          </a:prstGeom>
          <a:noFill/>
          <a:ln>
            <a:noFill/>
          </a:ln>
        </p:spPr>
      </p:pic>
      <p:pic>
        <p:nvPicPr>
          <p:cNvPr id="538" name="Google Shape;538;p61"/>
          <p:cNvPicPr preferRelativeResize="0"/>
          <p:nvPr/>
        </p:nvPicPr>
        <p:blipFill>
          <a:blip r:embed="rId4">
            <a:alphaModFix/>
          </a:blip>
          <a:stretch>
            <a:fillRect/>
          </a:stretch>
        </p:blipFill>
        <p:spPr>
          <a:xfrm>
            <a:off x="4425700" y="1972125"/>
            <a:ext cx="4558125" cy="1970639"/>
          </a:xfrm>
          <a:prstGeom prst="rect">
            <a:avLst/>
          </a:prstGeom>
          <a:noFill/>
          <a:ln>
            <a:noFill/>
          </a:ln>
        </p:spPr>
      </p:pic>
      <p:pic>
        <p:nvPicPr>
          <p:cNvPr id="539" name="Google Shape;539;p61"/>
          <p:cNvPicPr preferRelativeResize="0"/>
          <p:nvPr/>
        </p:nvPicPr>
        <p:blipFill>
          <a:blip r:embed="rId5">
            <a:alphaModFix/>
          </a:blip>
          <a:stretch>
            <a:fillRect/>
          </a:stretch>
        </p:blipFill>
        <p:spPr>
          <a:xfrm>
            <a:off x="5819150" y="101600"/>
            <a:ext cx="3164677" cy="16626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62"/>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spcBef>
                <a:spcPts val="0"/>
              </a:spcBef>
              <a:spcAft>
                <a:spcPts val="0"/>
              </a:spcAft>
              <a:buClr>
                <a:schemeClr val="accent1"/>
              </a:buClr>
              <a:buSzPts val="2700"/>
              <a:buFont typeface="Helvetica Neue"/>
              <a:buNone/>
            </a:pPr>
            <a:r>
              <a:rPr lang="en">
                <a:solidFill>
                  <a:schemeClr val="accent1"/>
                </a:solidFill>
              </a:rPr>
              <a:t>ARCH/GARCH</a:t>
            </a:r>
            <a:endParaRPr/>
          </a:p>
        </p:txBody>
      </p:sp>
      <p:sp>
        <p:nvSpPr>
          <p:cNvPr id="545" name="Google Shape;545;p62"/>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546" name="Google Shape;546;p62"/>
          <p:cNvSpPr txBox="1"/>
          <p:nvPr/>
        </p:nvSpPr>
        <p:spPr>
          <a:xfrm>
            <a:off x="435125" y="1364488"/>
            <a:ext cx="3000000" cy="515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highlight>
                  <a:srgbClr val="FFFFFF"/>
                </a:highlight>
              </a:rPr>
              <a:t>Google</a:t>
            </a:r>
            <a:endParaRPr sz="1000">
              <a:solidFill>
                <a:schemeClr val="dk1"/>
              </a:solidFill>
              <a:highlight>
                <a:srgbClr val="FFFFFF"/>
              </a:highlight>
            </a:endParaRPr>
          </a:p>
          <a:p>
            <a:pPr marL="0" lvl="0" indent="0" algn="l" rtl="0">
              <a:lnSpc>
                <a:spcPct val="115000"/>
              </a:lnSpc>
              <a:spcBef>
                <a:spcPts val="0"/>
              </a:spcBef>
              <a:spcAft>
                <a:spcPts val="0"/>
              </a:spcAft>
              <a:buNone/>
            </a:pPr>
            <a:r>
              <a:rPr lang="en" sz="1000">
                <a:solidFill>
                  <a:schemeClr val="dk1"/>
                </a:solidFill>
                <a:highlight>
                  <a:srgbClr val="FFFFFF"/>
                </a:highlight>
              </a:rPr>
              <a:t>RMSE google: 8.7</a:t>
            </a:r>
            <a:endParaRPr sz="1000">
              <a:solidFill>
                <a:schemeClr val="dk1"/>
              </a:solidFill>
              <a:highlight>
                <a:srgbClr val="FFFFFF"/>
              </a:highlight>
            </a:endParaRPr>
          </a:p>
        </p:txBody>
      </p:sp>
      <p:pic>
        <p:nvPicPr>
          <p:cNvPr id="547" name="Google Shape;547;p62"/>
          <p:cNvPicPr preferRelativeResize="0"/>
          <p:nvPr/>
        </p:nvPicPr>
        <p:blipFill>
          <a:blip r:embed="rId3">
            <a:alphaModFix/>
          </a:blip>
          <a:stretch>
            <a:fillRect/>
          </a:stretch>
        </p:blipFill>
        <p:spPr>
          <a:xfrm>
            <a:off x="124300" y="2205250"/>
            <a:ext cx="4537025" cy="2381825"/>
          </a:xfrm>
          <a:prstGeom prst="rect">
            <a:avLst/>
          </a:prstGeom>
          <a:noFill/>
          <a:ln>
            <a:noFill/>
          </a:ln>
        </p:spPr>
      </p:pic>
      <p:pic>
        <p:nvPicPr>
          <p:cNvPr id="548" name="Google Shape;548;p62"/>
          <p:cNvPicPr preferRelativeResize="0"/>
          <p:nvPr/>
        </p:nvPicPr>
        <p:blipFill>
          <a:blip r:embed="rId4">
            <a:alphaModFix/>
          </a:blip>
          <a:stretch>
            <a:fillRect/>
          </a:stretch>
        </p:blipFill>
        <p:spPr>
          <a:xfrm>
            <a:off x="4661325" y="2349050"/>
            <a:ext cx="4537026" cy="202378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63"/>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spcBef>
                <a:spcPts val="0"/>
              </a:spcBef>
              <a:spcAft>
                <a:spcPts val="0"/>
              </a:spcAft>
              <a:buClr>
                <a:schemeClr val="accent1"/>
              </a:buClr>
              <a:buSzPts val="2700"/>
              <a:buFont typeface="Helvetica Neue"/>
              <a:buNone/>
            </a:pPr>
            <a:r>
              <a:rPr lang="en">
                <a:solidFill>
                  <a:schemeClr val="accent1"/>
                </a:solidFill>
              </a:rPr>
              <a:t>ARCH/GARCH</a:t>
            </a:r>
            <a:endParaRPr/>
          </a:p>
        </p:txBody>
      </p:sp>
      <p:sp>
        <p:nvSpPr>
          <p:cNvPr id="554" name="Google Shape;554;p63"/>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555" name="Google Shape;555;p63"/>
          <p:cNvSpPr txBox="1"/>
          <p:nvPr/>
        </p:nvSpPr>
        <p:spPr>
          <a:xfrm>
            <a:off x="435125" y="1364488"/>
            <a:ext cx="3000000" cy="515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highlight>
                  <a:srgbClr val="FFFFFF"/>
                </a:highlight>
              </a:rPr>
              <a:t>Meta</a:t>
            </a:r>
            <a:endParaRPr sz="1000">
              <a:solidFill>
                <a:schemeClr val="dk1"/>
              </a:solidFill>
              <a:highlight>
                <a:srgbClr val="FFFFFF"/>
              </a:highlight>
            </a:endParaRPr>
          </a:p>
          <a:p>
            <a:pPr marL="0" lvl="0" indent="0" algn="l" rtl="0">
              <a:lnSpc>
                <a:spcPct val="115000"/>
              </a:lnSpc>
              <a:spcBef>
                <a:spcPts val="0"/>
              </a:spcBef>
              <a:spcAft>
                <a:spcPts val="0"/>
              </a:spcAft>
              <a:buNone/>
            </a:pPr>
            <a:r>
              <a:rPr lang="en" sz="1000">
                <a:solidFill>
                  <a:schemeClr val="dk1"/>
                </a:solidFill>
                <a:highlight>
                  <a:srgbClr val="FFFFFF"/>
                </a:highlight>
              </a:rPr>
              <a:t>RMSE Meta: 155.5</a:t>
            </a:r>
            <a:endParaRPr sz="1000">
              <a:solidFill>
                <a:schemeClr val="dk1"/>
              </a:solidFill>
              <a:highlight>
                <a:srgbClr val="FFFFFF"/>
              </a:highlight>
            </a:endParaRPr>
          </a:p>
        </p:txBody>
      </p:sp>
      <p:pic>
        <p:nvPicPr>
          <p:cNvPr id="556" name="Google Shape;556;p63"/>
          <p:cNvPicPr preferRelativeResize="0"/>
          <p:nvPr/>
        </p:nvPicPr>
        <p:blipFill>
          <a:blip r:embed="rId3">
            <a:alphaModFix/>
          </a:blip>
          <a:stretch>
            <a:fillRect/>
          </a:stretch>
        </p:blipFill>
        <p:spPr>
          <a:xfrm>
            <a:off x="101000" y="2035850"/>
            <a:ext cx="4296626" cy="2251600"/>
          </a:xfrm>
          <a:prstGeom prst="rect">
            <a:avLst/>
          </a:prstGeom>
          <a:noFill/>
          <a:ln>
            <a:noFill/>
          </a:ln>
        </p:spPr>
      </p:pic>
      <p:pic>
        <p:nvPicPr>
          <p:cNvPr id="557" name="Google Shape;557;p63"/>
          <p:cNvPicPr preferRelativeResize="0"/>
          <p:nvPr/>
        </p:nvPicPr>
        <p:blipFill>
          <a:blip r:embed="rId4">
            <a:alphaModFix/>
          </a:blip>
          <a:stretch>
            <a:fillRect/>
          </a:stretch>
        </p:blipFill>
        <p:spPr>
          <a:xfrm>
            <a:off x="4572001" y="2123725"/>
            <a:ext cx="4441575" cy="197523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64"/>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spcBef>
                <a:spcPts val="0"/>
              </a:spcBef>
              <a:spcAft>
                <a:spcPts val="0"/>
              </a:spcAft>
              <a:buClr>
                <a:schemeClr val="accent1"/>
              </a:buClr>
              <a:buSzPts val="2700"/>
              <a:buFont typeface="Helvetica Neue"/>
              <a:buNone/>
            </a:pPr>
            <a:r>
              <a:rPr lang="en">
                <a:solidFill>
                  <a:schemeClr val="accent1"/>
                </a:solidFill>
              </a:rPr>
              <a:t>ARCH/GARCH</a:t>
            </a:r>
            <a:endParaRPr/>
          </a:p>
        </p:txBody>
      </p:sp>
      <p:sp>
        <p:nvSpPr>
          <p:cNvPr id="563" name="Google Shape;563;p64"/>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564" name="Google Shape;564;p64"/>
          <p:cNvSpPr txBox="1"/>
          <p:nvPr/>
        </p:nvSpPr>
        <p:spPr>
          <a:xfrm>
            <a:off x="225325" y="1100338"/>
            <a:ext cx="3000000" cy="692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rgbClr val="FFFFFF"/>
                </a:highlight>
              </a:rPr>
              <a:t>Microsoft</a:t>
            </a:r>
            <a:endParaRPr sz="10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rgbClr val="FFFFFF"/>
                </a:highlight>
              </a:rPr>
              <a:t>RMSE microsoft: 5.1</a:t>
            </a:r>
            <a:endParaRPr sz="1000">
              <a:solidFill>
                <a:schemeClr val="dk1"/>
              </a:solidFill>
              <a:highlight>
                <a:srgbClr val="FFFFFF"/>
              </a:highlight>
            </a:endParaRPr>
          </a:p>
          <a:p>
            <a:pPr marL="0" lvl="0" indent="0" algn="l" rtl="0">
              <a:lnSpc>
                <a:spcPct val="115000"/>
              </a:lnSpc>
              <a:spcBef>
                <a:spcPts val="0"/>
              </a:spcBef>
              <a:spcAft>
                <a:spcPts val="0"/>
              </a:spcAft>
              <a:buNone/>
            </a:pPr>
            <a:endParaRPr sz="1000">
              <a:solidFill>
                <a:schemeClr val="dk1"/>
              </a:solidFill>
              <a:highlight>
                <a:srgbClr val="FFFFFF"/>
              </a:highlight>
            </a:endParaRPr>
          </a:p>
        </p:txBody>
      </p:sp>
      <p:pic>
        <p:nvPicPr>
          <p:cNvPr id="565" name="Google Shape;565;p64"/>
          <p:cNvPicPr preferRelativeResize="0"/>
          <p:nvPr/>
        </p:nvPicPr>
        <p:blipFill>
          <a:blip r:embed="rId3">
            <a:alphaModFix/>
          </a:blip>
          <a:stretch>
            <a:fillRect/>
          </a:stretch>
        </p:blipFill>
        <p:spPr>
          <a:xfrm>
            <a:off x="185775" y="1749024"/>
            <a:ext cx="4202449" cy="2174651"/>
          </a:xfrm>
          <a:prstGeom prst="rect">
            <a:avLst/>
          </a:prstGeom>
          <a:noFill/>
          <a:ln>
            <a:noFill/>
          </a:ln>
        </p:spPr>
      </p:pic>
      <p:pic>
        <p:nvPicPr>
          <p:cNvPr id="566" name="Google Shape;566;p64"/>
          <p:cNvPicPr preferRelativeResize="0"/>
          <p:nvPr/>
        </p:nvPicPr>
        <p:blipFill>
          <a:blip r:embed="rId4">
            <a:alphaModFix/>
          </a:blip>
          <a:stretch>
            <a:fillRect/>
          </a:stretch>
        </p:blipFill>
        <p:spPr>
          <a:xfrm>
            <a:off x="4455174" y="1822763"/>
            <a:ext cx="4450977" cy="202717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65"/>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spcBef>
                <a:spcPts val="0"/>
              </a:spcBef>
              <a:spcAft>
                <a:spcPts val="0"/>
              </a:spcAft>
              <a:buClr>
                <a:schemeClr val="accent1"/>
              </a:buClr>
              <a:buSzPts val="2700"/>
              <a:buFont typeface="Helvetica Neue"/>
              <a:buNone/>
            </a:pPr>
            <a:r>
              <a:rPr lang="en">
                <a:solidFill>
                  <a:schemeClr val="accent1"/>
                </a:solidFill>
              </a:rPr>
              <a:t>ARCH/GARCH</a:t>
            </a:r>
            <a:endParaRPr/>
          </a:p>
        </p:txBody>
      </p:sp>
      <p:sp>
        <p:nvSpPr>
          <p:cNvPr id="572" name="Google Shape;572;p65"/>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573" name="Google Shape;573;p65"/>
          <p:cNvSpPr txBox="1"/>
          <p:nvPr/>
        </p:nvSpPr>
        <p:spPr>
          <a:xfrm>
            <a:off x="225325" y="1100338"/>
            <a:ext cx="3000000" cy="869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highlight>
                  <a:srgbClr val="FFFFFF"/>
                </a:highlight>
              </a:rPr>
              <a:t>Tesla</a:t>
            </a:r>
            <a:endParaRPr sz="10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rgbClr val="FFFFFF"/>
                </a:highlight>
              </a:rPr>
              <a:t>RMSE tesla: 29.9</a:t>
            </a:r>
            <a:endParaRPr sz="1000">
              <a:solidFill>
                <a:schemeClr val="dk1"/>
              </a:solidFill>
              <a:highlight>
                <a:srgbClr val="FFFFFF"/>
              </a:highlight>
            </a:endParaRPr>
          </a:p>
          <a:p>
            <a:pPr marL="0" lvl="0" indent="0" algn="l" rtl="0">
              <a:lnSpc>
                <a:spcPct val="115000"/>
              </a:lnSpc>
              <a:spcBef>
                <a:spcPts val="0"/>
              </a:spcBef>
              <a:spcAft>
                <a:spcPts val="0"/>
              </a:spcAft>
              <a:buNone/>
            </a:pPr>
            <a:endParaRPr sz="1000">
              <a:solidFill>
                <a:schemeClr val="dk1"/>
              </a:solidFill>
              <a:highlight>
                <a:srgbClr val="FFFFFF"/>
              </a:highlight>
            </a:endParaRPr>
          </a:p>
          <a:p>
            <a:pPr marL="0" lvl="0" indent="0" algn="l" rtl="0">
              <a:lnSpc>
                <a:spcPct val="115000"/>
              </a:lnSpc>
              <a:spcBef>
                <a:spcPts val="0"/>
              </a:spcBef>
              <a:spcAft>
                <a:spcPts val="0"/>
              </a:spcAft>
              <a:buNone/>
            </a:pPr>
            <a:endParaRPr sz="1000">
              <a:solidFill>
                <a:schemeClr val="dk1"/>
              </a:solidFill>
              <a:highlight>
                <a:srgbClr val="FFFFFF"/>
              </a:highlight>
            </a:endParaRPr>
          </a:p>
        </p:txBody>
      </p:sp>
      <p:pic>
        <p:nvPicPr>
          <p:cNvPr id="574" name="Google Shape;574;p65"/>
          <p:cNvPicPr preferRelativeResize="0"/>
          <p:nvPr/>
        </p:nvPicPr>
        <p:blipFill>
          <a:blip r:embed="rId3">
            <a:alphaModFix/>
          </a:blip>
          <a:stretch>
            <a:fillRect/>
          </a:stretch>
        </p:blipFill>
        <p:spPr>
          <a:xfrm>
            <a:off x="121025" y="1793050"/>
            <a:ext cx="4095474" cy="2122850"/>
          </a:xfrm>
          <a:prstGeom prst="rect">
            <a:avLst/>
          </a:prstGeom>
          <a:noFill/>
          <a:ln>
            <a:noFill/>
          </a:ln>
        </p:spPr>
      </p:pic>
      <p:pic>
        <p:nvPicPr>
          <p:cNvPr id="575" name="Google Shape;575;p65"/>
          <p:cNvPicPr preferRelativeResize="0"/>
          <p:nvPr/>
        </p:nvPicPr>
        <p:blipFill>
          <a:blip r:embed="rId4">
            <a:alphaModFix/>
          </a:blip>
          <a:stretch>
            <a:fillRect/>
          </a:stretch>
        </p:blipFill>
        <p:spPr>
          <a:xfrm>
            <a:off x="4263099" y="1906025"/>
            <a:ext cx="4622702" cy="20168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66"/>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spcBef>
                <a:spcPts val="0"/>
              </a:spcBef>
              <a:spcAft>
                <a:spcPts val="0"/>
              </a:spcAft>
              <a:buClr>
                <a:schemeClr val="accent1"/>
              </a:buClr>
              <a:buSzPts val="2700"/>
              <a:buFont typeface="Helvetica Neue"/>
              <a:buNone/>
            </a:pPr>
            <a:r>
              <a:rPr lang="en">
                <a:solidFill>
                  <a:schemeClr val="accent1"/>
                </a:solidFill>
              </a:rPr>
              <a:t>ARCH/GARCH</a:t>
            </a:r>
            <a:endParaRPr/>
          </a:p>
        </p:txBody>
      </p:sp>
      <p:sp>
        <p:nvSpPr>
          <p:cNvPr id="581" name="Google Shape;581;p66"/>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582" name="Google Shape;582;p66"/>
          <p:cNvSpPr txBox="1"/>
          <p:nvPr/>
        </p:nvSpPr>
        <p:spPr>
          <a:xfrm>
            <a:off x="116550" y="3078854"/>
            <a:ext cx="8018400" cy="163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dirty="0">
                <a:solidFill>
                  <a:schemeClr val="dk1"/>
                </a:solidFill>
              </a:rPr>
              <a:t>Next Steps</a:t>
            </a:r>
            <a:endParaRPr dirty="0"/>
          </a:p>
          <a:p>
            <a:pPr marL="0" lvl="0" indent="0" algn="l" rtl="0">
              <a:spcBef>
                <a:spcPts val="200"/>
              </a:spcBef>
              <a:spcAft>
                <a:spcPts val="0"/>
              </a:spcAft>
              <a:buNone/>
            </a:pPr>
            <a:endParaRPr dirty="0"/>
          </a:p>
          <a:p>
            <a:pPr marL="0" lvl="0" indent="0" algn="l" rtl="0">
              <a:spcBef>
                <a:spcPts val="0"/>
              </a:spcBef>
              <a:spcAft>
                <a:spcPts val="0"/>
              </a:spcAft>
              <a:buNone/>
            </a:pPr>
            <a:r>
              <a:rPr lang="en" sz="1100" b="1" dirty="0"/>
              <a:t>Handling of Outliers or Extreme Volatility </a:t>
            </a:r>
            <a:endParaRPr sz="1100" b="1" dirty="0"/>
          </a:p>
          <a:p>
            <a:pPr marL="0" lvl="0" indent="0" algn="l" rtl="0">
              <a:spcBef>
                <a:spcPts val="0"/>
              </a:spcBef>
              <a:spcAft>
                <a:spcPts val="0"/>
              </a:spcAft>
              <a:buNone/>
            </a:pPr>
            <a:r>
              <a:rPr lang="en" sz="1100" dirty="0"/>
              <a:t>   - The Jarque-Bera test shows high test statistics and near-zero p-values, meaning the residuals are not normally distributed:</a:t>
            </a:r>
            <a:endParaRPr sz="1100" dirty="0"/>
          </a:p>
          <a:p>
            <a:pPr marL="0" lvl="0" indent="0" algn="l" rtl="0">
              <a:spcBef>
                <a:spcPts val="0"/>
              </a:spcBef>
              <a:spcAft>
                <a:spcPts val="0"/>
              </a:spcAft>
              <a:buNone/>
            </a:pPr>
            <a:r>
              <a:rPr lang="en" sz="1100" dirty="0"/>
              <a:t>   - This suggests heavy-tailed residuals, which indicate outliers or extreme volatility clustering.</a:t>
            </a:r>
            <a:endParaRPr sz="1100" dirty="0"/>
          </a:p>
          <a:p>
            <a:pPr marL="0" lvl="0" indent="0" algn="l" rtl="0">
              <a:spcBef>
                <a:spcPts val="0"/>
              </a:spcBef>
              <a:spcAft>
                <a:spcPts val="0"/>
              </a:spcAft>
              <a:buNone/>
            </a:pPr>
            <a:endParaRPr sz="1100" dirty="0"/>
          </a:p>
          <a:p>
            <a:pPr marL="0" lvl="0" indent="0" algn="l" rtl="0">
              <a:spcBef>
                <a:spcPts val="0"/>
              </a:spcBef>
              <a:spcAft>
                <a:spcPts val="0"/>
              </a:spcAft>
              <a:buNone/>
            </a:pPr>
            <a:r>
              <a:rPr lang="en" sz="1100" dirty="0">
                <a:solidFill>
                  <a:schemeClr val="dk1"/>
                </a:solidFill>
                <a:highlight>
                  <a:srgbClr val="FFFFFF"/>
                </a:highlight>
              </a:rPr>
              <a:t>✔ </a:t>
            </a:r>
            <a:r>
              <a:rPr lang="en" sz="1100" b="1" dirty="0">
                <a:solidFill>
                  <a:schemeClr val="dk1"/>
                </a:solidFill>
                <a:highlight>
                  <a:srgbClr val="FFFFFF"/>
                </a:highlight>
              </a:rPr>
              <a:t>Try an alternative volatility model</a:t>
            </a:r>
            <a:r>
              <a:rPr lang="en" sz="1100" dirty="0">
                <a:solidFill>
                  <a:schemeClr val="dk1"/>
                </a:solidFill>
                <a:highlight>
                  <a:srgbClr val="FFFFFF"/>
                </a:highlight>
              </a:rPr>
              <a:t> like </a:t>
            </a:r>
            <a:r>
              <a:rPr lang="en" sz="1100" b="1" dirty="0">
                <a:solidFill>
                  <a:schemeClr val="dk1"/>
                </a:solidFill>
                <a:highlight>
                  <a:srgbClr val="FFFFFF"/>
                </a:highlight>
              </a:rPr>
              <a:t>EGARCH or TGARCH</a:t>
            </a:r>
            <a:r>
              <a:rPr lang="en" sz="1100" dirty="0">
                <a:solidFill>
                  <a:schemeClr val="dk1"/>
                </a:solidFill>
                <a:highlight>
                  <a:srgbClr val="FFFFFF"/>
                </a:highlight>
              </a:rPr>
              <a:t>, which might better handle asymmetric volatility.</a:t>
            </a:r>
            <a:endParaRPr sz="1100" dirty="0">
              <a:solidFill>
                <a:schemeClr val="dk1"/>
              </a:solidFill>
              <a:highlight>
                <a:srgbClr val="FFFFFF"/>
              </a:highlight>
            </a:endParaRPr>
          </a:p>
          <a:p>
            <a:pPr marL="0" lvl="0" indent="0" algn="l" rtl="0">
              <a:spcBef>
                <a:spcPts val="0"/>
              </a:spcBef>
              <a:spcAft>
                <a:spcPts val="0"/>
              </a:spcAft>
              <a:buNone/>
            </a:pPr>
            <a:r>
              <a:rPr lang="en" sz="1100" dirty="0">
                <a:solidFill>
                  <a:schemeClr val="dk1"/>
                </a:solidFill>
                <a:highlight>
                  <a:srgbClr val="FFFFFF"/>
                </a:highlight>
              </a:rPr>
              <a:t>✔ </a:t>
            </a:r>
            <a:r>
              <a:rPr lang="en" sz="1100" b="1" dirty="0">
                <a:solidFill>
                  <a:schemeClr val="dk1"/>
                </a:solidFill>
                <a:highlight>
                  <a:srgbClr val="FFFFFF"/>
                </a:highlight>
              </a:rPr>
              <a:t>Consider removing outliers</a:t>
            </a:r>
            <a:r>
              <a:rPr lang="en" sz="1100" dirty="0">
                <a:solidFill>
                  <a:schemeClr val="dk1"/>
                </a:solidFill>
                <a:highlight>
                  <a:srgbClr val="FFFFFF"/>
                </a:highlight>
              </a:rPr>
              <a:t> or using a </a:t>
            </a:r>
            <a:r>
              <a:rPr lang="en" sz="1100" b="1" dirty="0">
                <a:solidFill>
                  <a:schemeClr val="dk1"/>
                </a:solidFill>
                <a:highlight>
                  <a:srgbClr val="FFFFFF"/>
                </a:highlight>
              </a:rPr>
              <a:t>rolling window approach</a:t>
            </a:r>
            <a:r>
              <a:rPr lang="en" sz="1100" dirty="0">
                <a:solidFill>
                  <a:schemeClr val="dk1"/>
                </a:solidFill>
                <a:highlight>
                  <a:srgbClr val="FFFFFF"/>
                </a:highlight>
              </a:rPr>
              <a:t> to mitigate extreme values.</a:t>
            </a:r>
            <a:endParaRPr sz="1100" dirty="0"/>
          </a:p>
        </p:txBody>
      </p:sp>
      <p:sp>
        <p:nvSpPr>
          <p:cNvPr id="583" name="Google Shape;583;p66"/>
          <p:cNvSpPr txBox="1"/>
          <p:nvPr/>
        </p:nvSpPr>
        <p:spPr>
          <a:xfrm>
            <a:off x="42750" y="954800"/>
            <a:ext cx="9058500" cy="2168100"/>
          </a:xfrm>
          <a:prstGeom prst="rect">
            <a:avLst/>
          </a:prstGeom>
          <a:noFill/>
          <a:ln>
            <a:noFill/>
          </a:ln>
        </p:spPr>
        <p:txBody>
          <a:bodyPr spcFirstLastPara="1" wrap="square" lIns="91425" tIns="91425" rIns="91425" bIns="91425" anchor="t" anchorCtr="0">
            <a:spAutoFit/>
          </a:bodyPr>
          <a:lstStyle/>
          <a:p>
            <a:pPr marL="0" marR="190500" lvl="0" indent="0" algn="l" rtl="0">
              <a:lnSpc>
                <a:spcPct val="115000"/>
              </a:lnSpc>
              <a:spcBef>
                <a:spcPts val="0"/>
              </a:spcBef>
              <a:spcAft>
                <a:spcPts val="0"/>
              </a:spcAft>
              <a:buNone/>
            </a:pPr>
            <a:r>
              <a:rPr lang="en" sz="1100" b="1" dirty="0">
                <a:solidFill>
                  <a:schemeClr val="dk1"/>
                </a:solidFill>
                <a:highlight>
                  <a:srgbClr val="FFFFFF"/>
                </a:highlight>
              </a:rPr>
              <a:t>Why the red peaks are always a little behind the real blue peaks?</a:t>
            </a:r>
            <a:endParaRPr sz="1100" b="1" dirty="0">
              <a:solidFill>
                <a:schemeClr val="dk1"/>
              </a:solidFill>
              <a:highlight>
                <a:srgbClr val="FFFFFF"/>
              </a:highlight>
            </a:endParaRPr>
          </a:p>
          <a:p>
            <a:pPr marL="0" marR="190500" lvl="0" indent="0" algn="l" rtl="0">
              <a:lnSpc>
                <a:spcPct val="115000"/>
              </a:lnSpc>
              <a:spcBef>
                <a:spcPts val="0"/>
              </a:spcBef>
              <a:spcAft>
                <a:spcPts val="0"/>
              </a:spcAft>
              <a:buNone/>
            </a:pPr>
            <a:endParaRPr sz="1100" b="1" dirty="0">
              <a:solidFill>
                <a:schemeClr val="dk1"/>
              </a:solidFill>
              <a:highlight>
                <a:srgbClr val="FFFFFF"/>
              </a:highlight>
            </a:endParaRPr>
          </a:p>
          <a:p>
            <a:pPr marL="0" marR="190500" lvl="0" indent="0" algn="l" rtl="0">
              <a:lnSpc>
                <a:spcPct val="115000"/>
              </a:lnSpc>
              <a:spcBef>
                <a:spcPts val="0"/>
              </a:spcBef>
              <a:spcAft>
                <a:spcPts val="0"/>
              </a:spcAft>
              <a:buNone/>
            </a:pPr>
            <a:r>
              <a:rPr lang="en" sz="1100" dirty="0">
                <a:solidFill>
                  <a:schemeClr val="dk1"/>
                </a:solidFill>
                <a:highlight>
                  <a:srgbClr val="FFFFFF"/>
                </a:highlight>
              </a:rPr>
              <a:t>The red peaks (predicted volatility) lag behind the blue peaks (true returns) because </a:t>
            </a:r>
            <a:r>
              <a:rPr lang="en" sz="1100" b="1" dirty="0">
                <a:solidFill>
                  <a:schemeClr val="dk1"/>
                </a:solidFill>
                <a:highlight>
                  <a:srgbClr val="FFFFFF"/>
                </a:highlight>
              </a:rPr>
              <a:t>GARCH models predict conditional volatility based on past squared returns</a:t>
            </a:r>
            <a:r>
              <a:rPr lang="en" sz="1100" dirty="0">
                <a:solidFill>
                  <a:schemeClr val="dk1"/>
                </a:solidFill>
                <a:highlight>
                  <a:srgbClr val="FFFFFF"/>
                </a:highlight>
              </a:rPr>
              <a:t>. This means:</a:t>
            </a:r>
            <a:endParaRPr sz="1100" dirty="0">
              <a:solidFill>
                <a:schemeClr val="dk1"/>
              </a:solidFill>
              <a:highlight>
                <a:srgbClr val="FFFFFF"/>
              </a:highlight>
            </a:endParaRPr>
          </a:p>
          <a:p>
            <a:pPr marL="457200" marR="190500" lvl="0" indent="-298450" algn="l" rtl="0">
              <a:lnSpc>
                <a:spcPct val="115000"/>
              </a:lnSpc>
              <a:spcBef>
                <a:spcPts val="1000"/>
              </a:spcBef>
              <a:spcAft>
                <a:spcPts val="0"/>
              </a:spcAft>
              <a:buClr>
                <a:schemeClr val="dk1"/>
              </a:buClr>
              <a:buSzPts val="1100"/>
              <a:buAutoNum type="arabicPeriod"/>
            </a:pPr>
            <a:r>
              <a:rPr lang="en" sz="1100" b="1" dirty="0">
                <a:solidFill>
                  <a:schemeClr val="dk1"/>
                </a:solidFill>
                <a:highlight>
                  <a:srgbClr val="FFFFFF"/>
                </a:highlight>
              </a:rPr>
              <a:t>GARCH reacts to past spikes</a:t>
            </a:r>
            <a:r>
              <a:rPr lang="en" sz="1100" dirty="0">
                <a:solidFill>
                  <a:schemeClr val="dk1"/>
                </a:solidFill>
                <a:highlight>
                  <a:srgbClr val="FFFFFF"/>
                </a:highlight>
              </a:rPr>
              <a:t>, updating predictions only after observing large changes.</a:t>
            </a:r>
            <a:endParaRPr sz="1100" dirty="0">
              <a:solidFill>
                <a:schemeClr val="dk1"/>
              </a:solidFill>
              <a:highlight>
                <a:srgbClr val="FFFFFF"/>
              </a:highlight>
            </a:endParaRPr>
          </a:p>
          <a:p>
            <a:pPr marL="457200" marR="190500" lvl="0" indent="-298450" algn="l" rtl="0">
              <a:lnSpc>
                <a:spcPct val="115000"/>
              </a:lnSpc>
              <a:spcBef>
                <a:spcPts val="0"/>
              </a:spcBef>
              <a:spcAft>
                <a:spcPts val="0"/>
              </a:spcAft>
              <a:buClr>
                <a:schemeClr val="dk1"/>
              </a:buClr>
              <a:buSzPts val="1100"/>
              <a:buAutoNum type="arabicPeriod"/>
            </a:pPr>
            <a:r>
              <a:rPr lang="en" sz="1100" b="1" dirty="0">
                <a:solidFill>
                  <a:schemeClr val="dk1"/>
                </a:solidFill>
                <a:highlight>
                  <a:srgbClr val="FFFFFF"/>
                </a:highlight>
              </a:rPr>
              <a:t>Volatility clustering effect</a:t>
            </a:r>
            <a:r>
              <a:rPr lang="en" sz="1100" dirty="0">
                <a:solidFill>
                  <a:schemeClr val="dk1"/>
                </a:solidFill>
                <a:highlight>
                  <a:srgbClr val="FFFFFF"/>
                </a:highlight>
              </a:rPr>
              <a:t>: When a large return occurs, GARCH adjusts upward </a:t>
            </a:r>
            <a:r>
              <a:rPr lang="en" sz="1100" b="1" dirty="0">
                <a:solidFill>
                  <a:schemeClr val="dk1"/>
                </a:solidFill>
                <a:highlight>
                  <a:srgbClr val="FFFFFF"/>
                </a:highlight>
              </a:rPr>
              <a:t>in the next periods</a:t>
            </a:r>
            <a:r>
              <a:rPr lang="en" sz="1100" dirty="0">
                <a:solidFill>
                  <a:schemeClr val="dk1"/>
                </a:solidFill>
                <a:highlight>
                  <a:srgbClr val="FFFFFF"/>
                </a:highlight>
              </a:rPr>
              <a:t>, causing a delayed response.</a:t>
            </a:r>
            <a:endParaRPr sz="1100" dirty="0">
              <a:solidFill>
                <a:schemeClr val="dk1"/>
              </a:solidFill>
              <a:highlight>
                <a:srgbClr val="FFFFFF"/>
              </a:highlight>
            </a:endParaRPr>
          </a:p>
          <a:p>
            <a:pPr marL="457200" marR="190500" lvl="0" indent="-298450" algn="l" rtl="0">
              <a:lnSpc>
                <a:spcPct val="115000"/>
              </a:lnSpc>
              <a:spcBef>
                <a:spcPts val="0"/>
              </a:spcBef>
              <a:spcAft>
                <a:spcPts val="0"/>
              </a:spcAft>
              <a:buClr>
                <a:schemeClr val="dk1"/>
              </a:buClr>
              <a:buSzPts val="1100"/>
              <a:buAutoNum type="arabicPeriod"/>
            </a:pPr>
            <a:r>
              <a:rPr lang="en" sz="1100" b="1" dirty="0">
                <a:solidFill>
                  <a:schemeClr val="dk1"/>
                </a:solidFill>
                <a:highlight>
                  <a:srgbClr val="FFFFFF"/>
                </a:highlight>
              </a:rPr>
              <a:t>Rolling forecast smooths out volatility</a:t>
            </a:r>
            <a:r>
              <a:rPr lang="en" sz="1100" dirty="0">
                <a:solidFill>
                  <a:schemeClr val="dk1"/>
                </a:solidFill>
                <a:highlight>
                  <a:srgbClr val="FFFFFF"/>
                </a:highlight>
              </a:rPr>
              <a:t>, further shifting peaks.</a:t>
            </a:r>
            <a:endParaRPr sz="1100" dirty="0">
              <a:solidFill>
                <a:schemeClr val="dk1"/>
              </a:solidFill>
              <a:highlight>
                <a:srgbClr val="FFFFFF"/>
              </a:highlight>
            </a:endParaRPr>
          </a:p>
          <a:p>
            <a:pPr marL="0" marR="190500" lvl="0" indent="0" algn="l" rtl="0">
              <a:lnSpc>
                <a:spcPct val="115000"/>
              </a:lnSpc>
              <a:spcBef>
                <a:spcPts val="1000"/>
              </a:spcBef>
              <a:spcAft>
                <a:spcPts val="500"/>
              </a:spcAft>
              <a:buNone/>
            </a:pPr>
            <a:r>
              <a:rPr lang="en" sz="1100" dirty="0">
                <a:solidFill>
                  <a:schemeClr val="dk1"/>
                </a:solidFill>
                <a:highlight>
                  <a:srgbClr val="FFFFFF"/>
                </a:highlight>
              </a:rPr>
              <a:t>A possible fix is to use </a:t>
            </a:r>
            <a:r>
              <a:rPr lang="en" sz="1100" b="1" dirty="0">
                <a:solidFill>
                  <a:schemeClr val="dk1"/>
                </a:solidFill>
                <a:highlight>
                  <a:srgbClr val="FFFFFF"/>
                </a:highlight>
              </a:rPr>
              <a:t>EGARCH</a:t>
            </a:r>
            <a:r>
              <a:rPr lang="en" sz="1100" dirty="0">
                <a:solidFill>
                  <a:schemeClr val="dk1"/>
                </a:solidFill>
                <a:highlight>
                  <a:srgbClr val="FFFFFF"/>
                </a:highlight>
              </a:rPr>
              <a:t> (which captures asymmetric shocks faster) or </a:t>
            </a:r>
            <a:r>
              <a:rPr lang="en" sz="1100" b="1" dirty="0">
                <a:solidFill>
                  <a:schemeClr val="dk1"/>
                </a:solidFill>
                <a:highlight>
                  <a:srgbClr val="FFFFFF"/>
                </a:highlight>
              </a:rPr>
              <a:t>shorten the rolling window</a:t>
            </a:r>
            <a:r>
              <a:rPr lang="en" sz="1100" dirty="0">
                <a:solidFill>
                  <a:schemeClr val="dk1"/>
                </a:solidFill>
                <a:highlight>
                  <a:srgbClr val="FFFFFF"/>
                </a:highlight>
              </a:rPr>
              <a:t> to make predictions more responsive.</a:t>
            </a:r>
            <a:endParaRPr sz="1100" dirty="0">
              <a:solidFill>
                <a:schemeClr val="dk1"/>
              </a:solidFill>
              <a:highlight>
                <a:srgbClr val="FFFFFF"/>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67"/>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Clr>
                <a:schemeClr val="accent1"/>
              </a:buClr>
              <a:buSzPts val="2700"/>
              <a:buFont typeface="Helvetica Neue"/>
              <a:buNone/>
            </a:pPr>
            <a:r>
              <a:rPr lang="en">
                <a:solidFill>
                  <a:schemeClr val="accent1"/>
                </a:solidFill>
              </a:rPr>
              <a:t>XGBOOST by GenAI</a:t>
            </a:r>
            <a:endParaRPr/>
          </a:p>
        </p:txBody>
      </p:sp>
      <p:pic>
        <p:nvPicPr>
          <p:cNvPr id="589" name="Google Shape;589;p67"/>
          <p:cNvPicPr preferRelativeResize="0"/>
          <p:nvPr/>
        </p:nvPicPr>
        <p:blipFill>
          <a:blip r:embed="rId3">
            <a:alphaModFix/>
          </a:blip>
          <a:stretch>
            <a:fillRect/>
          </a:stretch>
        </p:blipFill>
        <p:spPr>
          <a:xfrm>
            <a:off x="62147" y="1460675"/>
            <a:ext cx="5576551" cy="2869174"/>
          </a:xfrm>
          <a:prstGeom prst="rect">
            <a:avLst/>
          </a:prstGeom>
          <a:noFill/>
          <a:ln>
            <a:noFill/>
          </a:ln>
        </p:spPr>
      </p:pic>
      <p:sp>
        <p:nvSpPr>
          <p:cNvPr id="590" name="Google Shape;590;p67"/>
          <p:cNvSpPr txBox="1"/>
          <p:nvPr/>
        </p:nvSpPr>
        <p:spPr>
          <a:xfrm>
            <a:off x="365200" y="1105025"/>
            <a:ext cx="3000000" cy="515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highlight>
                  <a:srgbClr val="FFFFFF"/>
                </a:highlight>
              </a:rPr>
              <a:t>Apple</a:t>
            </a:r>
            <a:endParaRPr sz="1000">
              <a:solidFill>
                <a:schemeClr val="dk1"/>
              </a:solidFill>
              <a:highlight>
                <a:srgbClr val="FFFFFF"/>
              </a:highlight>
            </a:endParaRPr>
          </a:p>
          <a:p>
            <a:pPr marL="0" lvl="0" indent="0" algn="l" rtl="0">
              <a:lnSpc>
                <a:spcPct val="115000"/>
              </a:lnSpc>
              <a:spcBef>
                <a:spcPts val="0"/>
              </a:spcBef>
              <a:spcAft>
                <a:spcPts val="0"/>
              </a:spcAft>
              <a:buNone/>
            </a:pPr>
            <a:endParaRPr sz="1000">
              <a:solidFill>
                <a:schemeClr val="dk1"/>
              </a:solidFill>
              <a:highlight>
                <a:srgbClr val="FFFFFF"/>
              </a:highlight>
            </a:endParaRPr>
          </a:p>
        </p:txBody>
      </p:sp>
      <p:pic>
        <p:nvPicPr>
          <p:cNvPr id="591" name="Google Shape;591;p67"/>
          <p:cNvPicPr preferRelativeResize="0"/>
          <p:nvPr/>
        </p:nvPicPr>
        <p:blipFill>
          <a:blip r:embed="rId4">
            <a:alphaModFix/>
          </a:blip>
          <a:stretch>
            <a:fillRect/>
          </a:stretch>
        </p:blipFill>
        <p:spPr>
          <a:xfrm>
            <a:off x="5531975" y="2929175"/>
            <a:ext cx="3453649" cy="1808874"/>
          </a:xfrm>
          <a:prstGeom prst="rect">
            <a:avLst/>
          </a:prstGeom>
          <a:noFill/>
          <a:ln>
            <a:noFill/>
          </a:ln>
        </p:spPr>
      </p:pic>
      <p:sp>
        <p:nvSpPr>
          <p:cNvPr id="592" name="Google Shape;592;p67"/>
          <p:cNvSpPr/>
          <p:nvPr/>
        </p:nvSpPr>
        <p:spPr>
          <a:xfrm>
            <a:off x="4366525" y="1460675"/>
            <a:ext cx="1825800" cy="1950300"/>
          </a:xfrm>
          <a:prstGeom prst="homePlate">
            <a:avLst>
              <a:gd name="adj" fmla="val 50635"/>
            </a:avLst>
          </a:prstGeom>
          <a:noFill/>
          <a:ln w="9525" cap="flat" cmpd="sng">
            <a:solidFill>
              <a:srgbClr val="8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68"/>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solidFill>
                  <a:schemeClr val="accent1"/>
                </a:solidFill>
              </a:rPr>
              <a:t>XGBOOST by GenAI</a:t>
            </a:r>
            <a:endParaRPr>
              <a:solidFill>
                <a:schemeClr val="accent1"/>
              </a:solidFill>
            </a:endParaRPr>
          </a:p>
        </p:txBody>
      </p:sp>
      <p:sp>
        <p:nvSpPr>
          <p:cNvPr id="598" name="Google Shape;598;p68"/>
          <p:cNvSpPr txBox="1"/>
          <p:nvPr/>
        </p:nvSpPr>
        <p:spPr>
          <a:xfrm>
            <a:off x="365200" y="1105025"/>
            <a:ext cx="3000000" cy="515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highlight>
                  <a:srgbClr val="FFFFFF"/>
                </a:highlight>
              </a:rPr>
              <a:t>Amazon</a:t>
            </a:r>
            <a:endParaRPr sz="1000">
              <a:solidFill>
                <a:schemeClr val="dk1"/>
              </a:solidFill>
              <a:highlight>
                <a:srgbClr val="FFFFFF"/>
              </a:highlight>
            </a:endParaRPr>
          </a:p>
          <a:p>
            <a:pPr marL="0" lvl="0" indent="0" algn="l" rtl="0">
              <a:lnSpc>
                <a:spcPct val="115000"/>
              </a:lnSpc>
              <a:spcBef>
                <a:spcPts val="0"/>
              </a:spcBef>
              <a:spcAft>
                <a:spcPts val="0"/>
              </a:spcAft>
              <a:buNone/>
            </a:pPr>
            <a:endParaRPr sz="1000">
              <a:solidFill>
                <a:schemeClr val="dk1"/>
              </a:solidFill>
              <a:highlight>
                <a:srgbClr val="FFFFFF"/>
              </a:highlight>
            </a:endParaRPr>
          </a:p>
        </p:txBody>
      </p:sp>
      <p:pic>
        <p:nvPicPr>
          <p:cNvPr id="599" name="Google Shape;599;p68"/>
          <p:cNvPicPr preferRelativeResize="0"/>
          <p:nvPr/>
        </p:nvPicPr>
        <p:blipFill>
          <a:blip r:embed="rId3">
            <a:alphaModFix/>
          </a:blip>
          <a:stretch>
            <a:fillRect/>
          </a:stretch>
        </p:blipFill>
        <p:spPr>
          <a:xfrm>
            <a:off x="139850" y="1536900"/>
            <a:ext cx="5982599" cy="3158949"/>
          </a:xfrm>
          <a:prstGeom prst="rect">
            <a:avLst/>
          </a:prstGeom>
          <a:noFill/>
          <a:ln>
            <a:noFill/>
          </a:ln>
        </p:spPr>
      </p:pic>
      <p:sp>
        <p:nvSpPr>
          <p:cNvPr id="600" name="Google Shape;600;p68"/>
          <p:cNvSpPr/>
          <p:nvPr/>
        </p:nvSpPr>
        <p:spPr>
          <a:xfrm>
            <a:off x="4755000" y="1678225"/>
            <a:ext cx="1825800" cy="1950300"/>
          </a:xfrm>
          <a:prstGeom prst="homePlate">
            <a:avLst>
              <a:gd name="adj" fmla="val 50635"/>
            </a:avLst>
          </a:prstGeom>
          <a:noFill/>
          <a:ln w="9525" cap="flat" cmpd="sng">
            <a:solidFill>
              <a:srgbClr val="8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pic>
        <p:nvPicPr>
          <p:cNvPr id="601" name="Google Shape;601;p68"/>
          <p:cNvPicPr preferRelativeResize="0"/>
          <p:nvPr/>
        </p:nvPicPr>
        <p:blipFill>
          <a:blip r:embed="rId4">
            <a:alphaModFix/>
          </a:blip>
          <a:stretch>
            <a:fillRect/>
          </a:stretch>
        </p:blipFill>
        <p:spPr>
          <a:xfrm>
            <a:off x="5728825" y="2921375"/>
            <a:ext cx="3415175" cy="178732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69"/>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solidFill>
                  <a:schemeClr val="accent1"/>
                </a:solidFill>
              </a:rPr>
              <a:t>XGBOOST by GenAI</a:t>
            </a:r>
            <a:endParaRPr>
              <a:solidFill>
                <a:schemeClr val="accent1"/>
              </a:solidFill>
            </a:endParaRPr>
          </a:p>
        </p:txBody>
      </p:sp>
      <p:sp>
        <p:nvSpPr>
          <p:cNvPr id="607" name="Google Shape;607;p69"/>
          <p:cNvSpPr txBox="1"/>
          <p:nvPr/>
        </p:nvSpPr>
        <p:spPr>
          <a:xfrm>
            <a:off x="365200" y="1105025"/>
            <a:ext cx="3000000" cy="515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highlight>
                  <a:srgbClr val="FFFFFF"/>
                </a:highlight>
              </a:rPr>
              <a:t>Autodesk</a:t>
            </a:r>
            <a:endParaRPr sz="1000">
              <a:solidFill>
                <a:schemeClr val="dk1"/>
              </a:solidFill>
              <a:highlight>
                <a:srgbClr val="FFFFFF"/>
              </a:highlight>
            </a:endParaRPr>
          </a:p>
          <a:p>
            <a:pPr marL="0" lvl="0" indent="0" algn="l" rtl="0">
              <a:lnSpc>
                <a:spcPct val="115000"/>
              </a:lnSpc>
              <a:spcBef>
                <a:spcPts val="0"/>
              </a:spcBef>
              <a:spcAft>
                <a:spcPts val="0"/>
              </a:spcAft>
              <a:buNone/>
            </a:pPr>
            <a:endParaRPr sz="1000">
              <a:solidFill>
                <a:schemeClr val="dk1"/>
              </a:solidFill>
              <a:highlight>
                <a:srgbClr val="FFFFFF"/>
              </a:highlight>
            </a:endParaRPr>
          </a:p>
        </p:txBody>
      </p:sp>
      <p:pic>
        <p:nvPicPr>
          <p:cNvPr id="608" name="Google Shape;608;p69"/>
          <p:cNvPicPr preferRelativeResize="0"/>
          <p:nvPr/>
        </p:nvPicPr>
        <p:blipFill>
          <a:blip r:embed="rId3">
            <a:alphaModFix/>
          </a:blip>
          <a:stretch>
            <a:fillRect/>
          </a:stretch>
        </p:blipFill>
        <p:spPr>
          <a:xfrm>
            <a:off x="59175" y="1620725"/>
            <a:ext cx="5748274" cy="2947825"/>
          </a:xfrm>
          <a:prstGeom prst="rect">
            <a:avLst/>
          </a:prstGeom>
          <a:noFill/>
          <a:ln>
            <a:noFill/>
          </a:ln>
        </p:spPr>
      </p:pic>
      <p:sp>
        <p:nvSpPr>
          <p:cNvPr id="609" name="Google Shape;609;p69"/>
          <p:cNvSpPr/>
          <p:nvPr/>
        </p:nvSpPr>
        <p:spPr>
          <a:xfrm>
            <a:off x="4110150" y="1841400"/>
            <a:ext cx="1561800" cy="1569600"/>
          </a:xfrm>
          <a:prstGeom prst="homePlate">
            <a:avLst>
              <a:gd name="adj" fmla="val 50253"/>
            </a:avLst>
          </a:prstGeom>
          <a:noFill/>
          <a:ln w="9525" cap="flat" cmpd="sng">
            <a:solidFill>
              <a:srgbClr val="8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pic>
        <p:nvPicPr>
          <p:cNvPr id="610" name="Google Shape;610;p69"/>
          <p:cNvPicPr preferRelativeResize="0"/>
          <p:nvPr/>
        </p:nvPicPr>
        <p:blipFill>
          <a:blip r:embed="rId4">
            <a:alphaModFix/>
          </a:blip>
          <a:stretch>
            <a:fillRect/>
          </a:stretch>
        </p:blipFill>
        <p:spPr>
          <a:xfrm>
            <a:off x="5477600" y="2898225"/>
            <a:ext cx="3607474" cy="18649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70"/>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solidFill>
                  <a:schemeClr val="accent1"/>
                </a:solidFill>
              </a:rPr>
              <a:t>XGBOOST by GenAI</a:t>
            </a:r>
            <a:endParaRPr>
              <a:solidFill>
                <a:schemeClr val="accent1"/>
              </a:solidFill>
            </a:endParaRPr>
          </a:p>
        </p:txBody>
      </p:sp>
      <p:sp>
        <p:nvSpPr>
          <p:cNvPr id="616" name="Google Shape;616;p70"/>
          <p:cNvSpPr txBox="1"/>
          <p:nvPr/>
        </p:nvSpPr>
        <p:spPr>
          <a:xfrm>
            <a:off x="365200" y="1105025"/>
            <a:ext cx="30000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highlight>
                  <a:srgbClr val="FFFFFF"/>
                </a:highlight>
              </a:rPr>
              <a:t>Google</a:t>
            </a:r>
            <a:endParaRPr sz="1000">
              <a:solidFill>
                <a:schemeClr val="dk1"/>
              </a:solidFill>
              <a:highlight>
                <a:srgbClr val="FFFFFF"/>
              </a:highlight>
            </a:endParaRPr>
          </a:p>
        </p:txBody>
      </p:sp>
      <p:pic>
        <p:nvPicPr>
          <p:cNvPr id="617" name="Google Shape;617;p70"/>
          <p:cNvPicPr preferRelativeResize="0"/>
          <p:nvPr/>
        </p:nvPicPr>
        <p:blipFill>
          <a:blip r:embed="rId3">
            <a:alphaModFix/>
          </a:blip>
          <a:stretch>
            <a:fillRect/>
          </a:stretch>
        </p:blipFill>
        <p:spPr>
          <a:xfrm>
            <a:off x="59175" y="1650525"/>
            <a:ext cx="5312074" cy="2761044"/>
          </a:xfrm>
          <a:prstGeom prst="rect">
            <a:avLst/>
          </a:prstGeom>
          <a:noFill/>
          <a:ln>
            <a:noFill/>
          </a:ln>
        </p:spPr>
      </p:pic>
      <p:sp>
        <p:nvSpPr>
          <p:cNvPr id="618" name="Google Shape;618;p70"/>
          <p:cNvSpPr/>
          <p:nvPr/>
        </p:nvSpPr>
        <p:spPr>
          <a:xfrm>
            <a:off x="4086825" y="1693775"/>
            <a:ext cx="1825800" cy="1950300"/>
          </a:xfrm>
          <a:prstGeom prst="homePlate">
            <a:avLst>
              <a:gd name="adj" fmla="val 50635"/>
            </a:avLst>
          </a:prstGeom>
          <a:noFill/>
          <a:ln w="9525" cap="flat" cmpd="sng">
            <a:solidFill>
              <a:srgbClr val="8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pic>
        <p:nvPicPr>
          <p:cNvPr id="619" name="Google Shape;619;p70"/>
          <p:cNvPicPr preferRelativeResize="0"/>
          <p:nvPr/>
        </p:nvPicPr>
        <p:blipFill>
          <a:blip r:embed="rId4">
            <a:alphaModFix/>
          </a:blip>
          <a:stretch>
            <a:fillRect/>
          </a:stretch>
        </p:blipFill>
        <p:spPr>
          <a:xfrm>
            <a:off x="5236725" y="2736226"/>
            <a:ext cx="3848149" cy="20206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71"/>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solidFill>
                  <a:schemeClr val="accent1"/>
                </a:solidFill>
              </a:rPr>
              <a:t>XGBOOST by GenAI</a:t>
            </a:r>
            <a:endParaRPr>
              <a:solidFill>
                <a:schemeClr val="accent1"/>
              </a:solidFill>
            </a:endParaRPr>
          </a:p>
        </p:txBody>
      </p:sp>
      <p:sp>
        <p:nvSpPr>
          <p:cNvPr id="625" name="Google Shape;625;p71"/>
          <p:cNvSpPr txBox="1"/>
          <p:nvPr/>
        </p:nvSpPr>
        <p:spPr>
          <a:xfrm>
            <a:off x="365200" y="1105025"/>
            <a:ext cx="30000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highlight>
                  <a:srgbClr val="FFFFFF"/>
                </a:highlight>
              </a:rPr>
              <a:t>Meta</a:t>
            </a:r>
            <a:endParaRPr sz="1000">
              <a:solidFill>
                <a:schemeClr val="dk1"/>
              </a:solidFill>
              <a:highlight>
                <a:srgbClr val="FFFFFF"/>
              </a:highlight>
            </a:endParaRPr>
          </a:p>
        </p:txBody>
      </p:sp>
      <p:pic>
        <p:nvPicPr>
          <p:cNvPr id="626" name="Google Shape;626;p71"/>
          <p:cNvPicPr preferRelativeResize="0"/>
          <p:nvPr/>
        </p:nvPicPr>
        <p:blipFill>
          <a:blip r:embed="rId3">
            <a:alphaModFix/>
          </a:blip>
          <a:stretch>
            <a:fillRect/>
          </a:stretch>
        </p:blipFill>
        <p:spPr>
          <a:xfrm>
            <a:off x="38850" y="1408750"/>
            <a:ext cx="5002575" cy="2623674"/>
          </a:xfrm>
          <a:prstGeom prst="rect">
            <a:avLst/>
          </a:prstGeom>
          <a:noFill/>
          <a:ln>
            <a:noFill/>
          </a:ln>
        </p:spPr>
      </p:pic>
      <p:sp>
        <p:nvSpPr>
          <p:cNvPr id="627" name="Google Shape;627;p71"/>
          <p:cNvSpPr/>
          <p:nvPr/>
        </p:nvSpPr>
        <p:spPr>
          <a:xfrm>
            <a:off x="3892575" y="1578501"/>
            <a:ext cx="1818000" cy="2110800"/>
          </a:xfrm>
          <a:prstGeom prst="homePlate">
            <a:avLst>
              <a:gd name="adj" fmla="val 50635"/>
            </a:avLst>
          </a:prstGeom>
          <a:noFill/>
          <a:ln w="9525" cap="flat" cmpd="sng">
            <a:solidFill>
              <a:srgbClr val="8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pic>
        <p:nvPicPr>
          <p:cNvPr id="628" name="Google Shape;628;p71"/>
          <p:cNvPicPr preferRelativeResize="0"/>
          <p:nvPr/>
        </p:nvPicPr>
        <p:blipFill>
          <a:blip r:embed="rId4">
            <a:alphaModFix/>
          </a:blip>
          <a:stretch>
            <a:fillRect/>
          </a:stretch>
        </p:blipFill>
        <p:spPr>
          <a:xfrm>
            <a:off x="5111425" y="2750400"/>
            <a:ext cx="3878050" cy="20243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72"/>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solidFill>
                  <a:schemeClr val="accent1"/>
                </a:solidFill>
              </a:rPr>
              <a:t>XGBOOST by GenAI</a:t>
            </a:r>
            <a:endParaRPr>
              <a:solidFill>
                <a:schemeClr val="accent1"/>
              </a:solidFill>
            </a:endParaRPr>
          </a:p>
        </p:txBody>
      </p:sp>
      <p:sp>
        <p:nvSpPr>
          <p:cNvPr id="634" name="Google Shape;634;p72"/>
          <p:cNvSpPr txBox="1"/>
          <p:nvPr/>
        </p:nvSpPr>
        <p:spPr>
          <a:xfrm>
            <a:off x="365200" y="1105025"/>
            <a:ext cx="30000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highlight>
                  <a:srgbClr val="FFFFFF"/>
                </a:highlight>
              </a:rPr>
              <a:t>Microsoft</a:t>
            </a:r>
            <a:endParaRPr sz="1000">
              <a:solidFill>
                <a:schemeClr val="dk1"/>
              </a:solidFill>
              <a:highlight>
                <a:srgbClr val="FFFFFF"/>
              </a:highlight>
            </a:endParaRPr>
          </a:p>
        </p:txBody>
      </p:sp>
      <p:pic>
        <p:nvPicPr>
          <p:cNvPr id="635" name="Google Shape;635;p72"/>
          <p:cNvPicPr preferRelativeResize="0"/>
          <p:nvPr/>
        </p:nvPicPr>
        <p:blipFill>
          <a:blip r:embed="rId3">
            <a:alphaModFix/>
          </a:blip>
          <a:stretch>
            <a:fillRect/>
          </a:stretch>
        </p:blipFill>
        <p:spPr>
          <a:xfrm>
            <a:off x="32875" y="1525300"/>
            <a:ext cx="5108401" cy="2709150"/>
          </a:xfrm>
          <a:prstGeom prst="rect">
            <a:avLst/>
          </a:prstGeom>
          <a:noFill/>
          <a:ln>
            <a:noFill/>
          </a:ln>
        </p:spPr>
      </p:pic>
      <p:sp>
        <p:nvSpPr>
          <p:cNvPr id="636" name="Google Shape;636;p72"/>
          <p:cNvSpPr/>
          <p:nvPr/>
        </p:nvSpPr>
        <p:spPr>
          <a:xfrm>
            <a:off x="3923650" y="1596600"/>
            <a:ext cx="1825800" cy="1950300"/>
          </a:xfrm>
          <a:prstGeom prst="homePlate">
            <a:avLst>
              <a:gd name="adj" fmla="val 50635"/>
            </a:avLst>
          </a:prstGeom>
          <a:noFill/>
          <a:ln w="9525" cap="flat" cmpd="sng">
            <a:solidFill>
              <a:srgbClr val="8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pic>
        <p:nvPicPr>
          <p:cNvPr id="637" name="Google Shape;637;p72"/>
          <p:cNvPicPr preferRelativeResize="0"/>
          <p:nvPr/>
        </p:nvPicPr>
        <p:blipFill>
          <a:blip r:embed="rId4">
            <a:alphaModFix/>
          </a:blip>
          <a:stretch>
            <a:fillRect/>
          </a:stretch>
        </p:blipFill>
        <p:spPr>
          <a:xfrm>
            <a:off x="5215976" y="2729800"/>
            <a:ext cx="3853299" cy="20207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73"/>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solidFill>
                  <a:schemeClr val="accent1"/>
                </a:solidFill>
              </a:rPr>
              <a:t>XGBOOST by GenAI</a:t>
            </a:r>
            <a:endParaRPr>
              <a:solidFill>
                <a:schemeClr val="accent1"/>
              </a:solidFill>
            </a:endParaRPr>
          </a:p>
        </p:txBody>
      </p:sp>
      <p:sp>
        <p:nvSpPr>
          <p:cNvPr id="643" name="Google Shape;643;p73"/>
          <p:cNvSpPr txBox="1"/>
          <p:nvPr/>
        </p:nvSpPr>
        <p:spPr>
          <a:xfrm>
            <a:off x="365200" y="1105025"/>
            <a:ext cx="30000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highlight>
                  <a:srgbClr val="FFFFFF"/>
                </a:highlight>
              </a:rPr>
              <a:t>Tesla</a:t>
            </a:r>
            <a:endParaRPr sz="1000">
              <a:solidFill>
                <a:schemeClr val="dk1"/>
              </a:solidFill>
              <a:highlight>
                <a:srgbClr val="FFFFFF"/>
              </a:highlight>
            </a:endParaRPr>
          </a:p>
        </p:txBody>
      </p:sp>
      <p:pic>
        <p:nvPicPr>
          <p:cNvPr id="644" name="Google Shape;644;p73"/>
          <p:cNvPicPr preferRelativeResize="0"/>
          <p:nvPr/>
        </p:nvPicPr>
        <p:blipFill>
          <a:blip r:embed="rId3">
            <a:alphaModFix/>
          </a:blip>
          <a:stretch>
            <a:fillRect/>
          </a:stretch>
        </p:blipFill>
        <p:spPr>
          <a:xfrm>
            <a:off x="152400" y="1596125"/>
            <a:ext cx="5281100" cy="2762650"/>
          </a:xfrm>
          <a:prstGeom prst="rect">
            <a:avLst/>
          </a:prstGeom>
          <a:noFill/>
          <a:ln>
            <a:noFill/>
          </a:ln>
        </p:spPr>
      </p:pic>
      <p:sp>
        <p:nvSpPr>
          <p:cNvPr id="645" name="Google Shape;645;p73"/>
          <p:cNvSpPr/>
          <p:nvPr/>
        </p:nvSpPr>
        <p:spPr>
          <a:xfrm>
            <a:off x="4110125" y="1740375"/>
            <a:ext cx="1825800" cy="1950300"/>
          </a:xfrm>
          <a:prstGeom prst="homePlate">
            <a:avLst>
              <a:gd name="adj" fmla="val 50635"/>
            </a:avLst>
          </a:prstGeom>
          <a:noFill/>
          <a:ln w="9525" cap="flat" cmpd="sng">
            <a:solidFill>
              <a:srgbClr val="8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pic>
        <p:nvPicPr>
          <p:cNvPr id="646" name="Google Shape;646;p73"/>
          <p:cNvPicPr preferRelativeResize="0"/>
          <p:nvPr/>
        </p:nvPicPr>
        <p:blipFill>
          <a:blip r:embed="rId4">
            <a:alphaModFix/>
          </a:blip>
          <a:stretch>
            <a:fillRect/>
          </a:stretch>
        </p:blipFill>
        <p:spPr>
          <a:xfrm>
            <a:off x="5282875" y="2830775"/>
            <a:ext cx="3636650" cy="1902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74"/>
          <p:cNvSpPr txBox="1">
            <a:spLocks noGrp="1"/>
          </p:cNvSpPr>
          <p:nvPr>
            <p:ph type="title"/>
          </p:nvPr>
        </p:nvSpPr>
        <p:spPr>
          <a:xfrm>
            <a:off x="628650" y="0"/>
            <a:ext cx="7886700" cy="984600"/>
          </a:xfrm>
          <a:prstGeom prst="rect">
            <a:avLst/>
          </a:prstGeom>
        </p:spPr>
        <p:txBody>
          <a:bodyPr spcFirstLastPara="1" wrap="square" lIns="0" tIns="34275" rIns="0" bIns="34275" anchor="ctr" anchorCtr="0">
            <a:noAutofit/>
          </a:bodyPr>
          <a:lstStyle/>
          <a:p>
            <a:pPr marL="0" lvl="0" indent="0" algn="l" rtl="0">
              <a:spcBef>
                <a:spcPts val="0"/>
              </a:spcBef>
              <a:spcAft>
                <a:spcPts val="0"/>
              </a:spcAft>
              <a:buNone/>
            </a:pPr>
            <a:r>
              <a:rPr lang="en">
                <a:solidFill>
                  <a:schemeClr val="accent1"/>
                </a:solidFill>
              </a:rPr>
              <a:t>XGBOOST by GenAI</a:t>
            </a:r>
            <a:endParaRPr>
              <a:solidFill>
                <a:schemeClr val="accent1"/>
              </a:solidFill>
            </a:endParaRPr>
          </a:p>
        </p:txBody>
      </p:sp>
      <p:sp>
        <p:nvSpPr>
          <p:cNvPr id="652" name="Google Shape;652;p74"/>
          <p:cNvSpPr txBox="1"/>
          <p:nvPr/>
        </p:nvSpPr>
        <p:spPr>
          <a:xfrm>
            <a:off x="316852" y="552300"/>
            <a:ext cx="9408900" cy="403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endParaRPr sz="1300" b="1" dirty="0">
              <a:solidFill>
                <a:schemeClr val="dk1"/>
              </a:solidFill>
            </a:endParaRPr>
          </a:p>
          <a:p>
            <a:pPr marL="0" lvl="0" indent="0" algn="l" rtl="0">
              <a:lnSpc>
                <a:spcPct val="115000"/>
              </a:lnSpc>
              <a:spcBef>
                <a:spcPts val="1200"/>
              </a:spcBef>
              <a:spcAft>
                <a:spcPts val="0"/>
              </a:spcAft>
              <a:buNone/>
            </a:pPr>
            <a:r>
              <a:rPr lang="en" sz="1100" b="1" dirty="0">
                <a:solidFill>
                  <a:schemeClr val="dk1"/>
                </a:solidFill>
              </a:rPr>
              <a:t>Model &amp; Justification</a:t>
            </a:r>
            <a:endParaRPr sz="11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dirty="0">
                <a:solidFill>
                  <a:schemeClr val="dk1"/>
                </a:solidFill>
              </a:rPr>
              <a:t>XGBoost Regression</a:t>
            </a:r>
            <a:r>
              <a:rPr lang="en" sz="1100" dirty="0">
                <a:solidFill>
                  <a:schemeClr val="dk1"/>
                </a:solidFill>
              </a:rPr>
              <a:t> for time-series forecasting.</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Pros:</a:t>
            </a:r>
            <a:r>
              <a:rPr lang="en" sz="1100" dirty="0">
                <a:solidFill>
                  <a:schemeClr val="dk1"/>
                </a:solidFill>
              </a:rPr>
              <a:t> Fast, robust, handles structured data well.</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Cons:</a:t>
            </a:r>
            <a:r>
              <a:rPr lang="en" sz="1100" dirty="0">
                <a:solidFill>
                  <a:schemeClr val="dk1"/>
                </a:solidFill>
              </a:rPr>
              <a:t> Limited sequential memory, struggles with long-term dependencies.</a:t>
            </a:r>
            <a:endParaRPr sz="1100" dirty="0">
              <a:solidFill>
                <a:schemeClr val="dk1"/>
              </a:solidFill>
            </a:endParaRPr>
          </a:p>
          <a:p>
            <a:pPr marL="0" lvl="0" indent="0" algn="l" rtl="0">
              <a:lnSpc>
                <a:spcPct val="115000"/>
              </a:lnSpc>
              <a:spcBef>
                <a:spcPts val="1200"/>
              </a:spcBef>
              <a:spcAft>
                <a:spcPts val="0"/>
              </a:spcAft>
              <a:buNone/>
            </a:pPr>
            <a:r>
              <a:rPr lang="en" sz="1100" b="1" dirty="0">
                <a:solidFill>
                  <a:schemeClr val="dk1"/>
                </a:solidFill>
              </a:rPr>
              <a:t>Results &amp; Learnings</a:t>
            </a:r>
            <a:endParaRPr sz="11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dirty="0">
                <a:solidFill>
                  <a:schemeClr val="dk1"/>
                </a:solidFill>
              </a:rPr>
              <a:t>RMSE: 16.04</a:t>
            </a:r>
            <a:r>
              <a:rPr lang="en" sz="1100" dirty="0">
                <a:solidFill>
                  <a:schemeClr val="dk1"/>
                </a:solidFill>
              </a:rPr>
              <a:t> – improved accuracy over previous models.</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Train Predictions (cyan dashed line):</a:t>
            </a:r>
            <a:r>
              <a:rPr lang="en" sz="1100" dirty="0">
                <a:solidFill>
                  <a:schemeClr val="dk1"/>
                </a:solidFill>
              </a:rPr>
              <a:t> Closely follow actual trends.</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Test Predictions (red dashed line):</a:t>
            </a:r>
            <a:r>
              <a:rPr lang="en" sz="1100" dirty="0">
                <a:solidFill>
                  <a:schemeClr val="dk1"/>
                </a:solidFill>
              </a:rPr>
              <a:t> Capture movements but miss sharp trend shifts.</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Future Predictions (green dashed line):</a:t>
            </a:r>
            <a:r>
              <a:rPr lang="en" sz="1100" dirty="0">
                <a:solidFill>
                  <a:schemeClr val="dk1"/>
                </a:solidFill>
              </a:rPr>
              <a:t> Show expected movement but may be overly smoothed.</a:t>
            </a:r>
            <a:endParaRPr sz="1100" dirty="0">
              <a:solidFill>
                <a:schemeClr val="dk1"/>
              </a:solidFill>
            </a:endParaRPr>
          </a:p>
          <a:p>
            <a:pPr marL="0" lvl="0" indent="0" algn="l" rtl="0">
              <a:lnSpc>
                <a:spcPct val="115000"/>
              </a:lnSpc>
              <a:spcBef>
                <a:spcPts val="1200"/>
              </a:spcBef>
              <a:spcAft>
                <a:spcPts val="0"/>
              </a:spcAft>
              <a:buNone/>
            </a:pPr>
            <a:r>
              <a:rPr lang="en" sz="1100" b="1" dirty="0">
                <a:solidFill>
                  <a:schemeClr val="dk1"/>
                </a:solidFill>
              </a:rPr>
              <a:t>Key Improvements</a:t>
            </a:r>
            <a:endParaRPr sz="11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dirty="0">
                <a:solidFill>
                  <a:schemeClr val="dk1"/>
                </a:solidFill>
              </a:rPr>
              <a:t>Better Feature Engineering:</a:t>
            </a:r>
            <a:r>
              <a:rPr lang="en" sz="1100" dirty="0">
                <a:solidFill>
                  <a:schemeClr val="dk1"/>
                </a:solidFill>
              </a:rPr>
              <a:t> Add RSI, Bollinger Bands.</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Hybrid Model:</a:t>
            </a:r>
            <a:r>
              <a:rPr lang="en" sz="1100" dirty="0">
                <a:solidFill>
                  <a:schemeClr val="dk1"/>
                </a:solidFill>
              </a:rPr>
              <a:t> Combine XGBoost with LSTM for sequence learning.</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Dynamic Future Forecasting:</a:t>
            </a:r>
            <a:r>
              <a:rPr lang="en" sz="1100" dirty="0">
                <a:solidFill>
                  <a:schemeClr val="dk1"/>
                </a:solidFill>
              </a:rPr>
              <a:t> Improve trend adaptability with updated feature calculations.</a:t>
            </a:r>
            <a:endParaRPr sz="1300" b="1"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Hyperparameter Tuning:</a:t>
            </a:r>
            <a:r>
              <a:rPr lang="en" sz="1100" dirty="0">
                <a:solidFill>
                  <a:schemeClr val="dk1"/>
                </a:solidFill>
              </a:rPr>
              <a:t> </a:t>
            </a:r>
            <a:r>
              <a:rPr lang="en" sz="1100" u="sng" dirty="0">
                <a:solidFill>
                  <a:schemeClr val="dk1"/>
                </a:solidFill>
              </a:rPr>
              <a:t>Optimize tree depth, learning rate.</a:t>
            </a:r>
            <a:endParaRPr sz="1100" u="sng" dirty="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75"/>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LSTM - Mechanism</a:t>
            </a:r>
            <a:endParaRPr/>
          </a:p>
        </p:txBody>
      </p:sp>
      <p:sp>
        <p:nvSpPr>
          <p:cNvPr id="658" name="Google Shape;658;p75"/>
          <p:cNvSpPr txBox="1">
            <a:spLocks noGrp="1"/>
          </p:cNvSpPr>
          <p:nvPr>
            <p:ph type="body" idx="1"/>
          </p:nvPr>
        </p:nvSpPr>
        <p:spPr>
          <a:xfrm>
            <a:off x="628650" y="1058002"/>
            <a:ext cx="7886700" cy="3322200"/>
          </a:xfrm>
          <a:prstGeom prst="rect">
            <a:avLst/>
          </a:prstGeom>
          <a:noFill/>
          <a:ln>
            <a:noFill/>
          </a:ln>
        </p:spPr>
        <p:txBody>
          <a:bodyPr spcFirstLastPara="1" wrap="square" lIns="0" tIns="34275" rIns="0" bIns="34275" anchor="t" anchorCtr="0">
            <a:noAutofit/>
          </a:bodyPr>
          <a:lstStyle/>
          <a:p>
            <a:pPr marL="457200" lvl="0" indent="-330200" algn="l" rtl="0">
              <a:spcBef>
                <a:spcPts val="0"/>
              </a:spcBef>
              <a:spcAft>
                <a:spcPts val="0"/>
              </a:spcAft>
              <a:buSzPts val="1600"/>
              <a:buChar char="•"/>
            </a:pPr>
            <a:r>
              <a:rPr lang="en" sz="1600" b="1">
                <a:solidFill>
                  <a:schemeClr val="dk2"/>
                </a:solidFill>
              </a:rPr>
              <a:t>LSTMs</a:t>
            </a:r>
            <a:r>
              <a:rPr lang="en" sz="1600" b="1">
                <a:solidFill>
                  <a:schemeClr val="accent1"/>
                </a:solidFill>
              </a:rPr>
              <a:t> </a:t>
            </a:r>
            <a:r>
              <a:rPr lang="en" sz="1600"/>
              <a:t>are a type of recurrent neural network (RNN) designed to model sequential data by maintaining long-term dependencies.</a:t>
            </a:r>
            <a:endParaRPr sz="1600"/>
          </a:p>
          <a:p>
            <a:pPr marL="0" lvl="0" indent="0" algn="l" rtl="0">
              <a:spcBef>
                <a:spcPts val="0"/>
              </a:spcBef>
              <a:spcAft>
                <a:spcPts val="0"/>
              </a:spcAft>
              <a:buNone/>
            </a:pPr>
            <a:r>
              <a:rPr lang="en" sz="1600" b="1">
                <a:solidFill>
                  <a:schemeClr val="dk2"/>
                </a:solidFill>
              </a:rPr>
              <a:t>        Why LSTMs for Stock Prediction?</a:t>
            </a:r>
            <a:endParaRPr sz="1600" b="1">
              <a:solidFill>
                <a:schemeClr val="dk2"/>
              </a:solidFill>
            </a:endParaRPr>
          </a:p>
          <a:p>
            <a:pPr marL="457200" lvl="0" indent="-330200" algn="l" rtl="0">
              <a:spcBef>
                <a:spcPts val="0"/>
              </a:spcBef>
              <a:spcAft>
                <a:spcPts val="0"/>
              </a:spcAft>
              <a:buSzPts val="1600"/>
              <a:buChar char="•"/>
            </a:pPr>
            <a:r>
              <a:rPr lang="en" sz="1600"/>
              <a:t>Unlike traditional RNNs, LSTMs overcome vanishing gradient problem by incorporating memory cells and gated mechanisms to capture long-term patterns, crucial for stock price prediction.</a:t>
            </a:r>
            <a:endParaRPr sz="1600"/>
          </a:p>
        </p:txBody>
      </p:sp>
      <p:sp>
        <p:nvSpPr>
          <p:cNvPr id="659" name="Google Shape;659;p75"/>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39</a:t>
            </a:fld>
            <a:endParaRPr/>
          </a:p>
        </p:txBody>
      </p:sp>
      <p:sp>
        <p:nvSpPr>
          <p:cNvPr id="660" name="Google Shape;660;p75"/>
          <p:cNvSpPr txBox="1"/>
          <p:nvPr/>
        </p:nvSpPr>
        <p:spPr>
          <a:xfrm>
            <a:off x="5161525" y="2203700"/>
            <a:ext cx="3759900" cy="2493600"/>
          </a:xfrm>
          <a:prstGeom prst="rect">
            <a:avLst/>
          </a:prstGeom>
          <a:noFill/>
          <a:ln>
            <a:noFill/>
          </a:ln>
        </p:spPr>
        <p:txBody>
          <a:bodyPr spcFirstLastPara="1" wrap="square" lIns="91425" tIns="91425" rIns="91425" bIns="91425" anchor="t" anchorCtr="0">
            <a:spAutoFit/>
          </a:bodyPr>
          <a:lstStyle/>
          <a:p>
            <a:pPr marL="457200" lvl="0" indent="-323850" algn="l" rtl="0">
              <a:spcBef>
                <a:spcPts val="0"/>
              </a:spcBef>
              <a:spcAft>
                <a:spcPts val="0"/>
              </a:spcAft>
              <a:buClr>
                <a:schemeClr val="accent1"/>
              </a:buClr>
              <a:buSzPts val="1500"/>
              <a:buFont typeface="Helvetica Neue"/>
              <a:buChar char="●"/>
            </a:pPr>
            <a:r>
              <a:rPr lang="en" sz="1500" b="1">
                <a:solidFill>
                  <a:schemeClr val="accent1"/>
                </a:solidFill>
                <a:latin typeface="Helvetica Neue"/>
                <a:ea typeface="Helvetica Neue"/>
                <a:cs typeface="Helvetica Neue"/>
                <a:sym typeface="Helvetica Neue"/>
              </a:rPr>
              <a:t>Ht-1/Ht: </a:t>
            </a:r>
            <a:r>
              <a:rPr lang="en" sz="1500">
                <a:solidFill>
                  <a:schemeClr val="accent1"/>
                </a:solidFill>
                <a:latin typeface="Helvetica Neue"/>
                <a:ea typeface="Helvetica Neue"/>
                <a:cs typeface="Helvetica Neue"/>
                <a:sym typeface="Helvetica Neue"/>
              </a:rPr>
              <a:t>hidden states, carrying short-term memory</a:t>
            </a:r>
            <a:endParaRPr sz="1500">
              <a:solidFill>
                <a:schemeClr val="accent1"/>
              </a:solidFill>
              <a:latin typeface="Helvetica Neue"/>
              <a:ea typeface="Helvetica Neue"/>
              <a:cs typeface="Helvetica Neue"/>
              <a:sym typeface="Helvetica Neue"/>
            </a:endParaRPr>
          </a:p>
          <a:p>
            <a:pPr marL="457200" lvl="0" indent="-323850" algn="l" rtl="0">
              <a:spcBef>
                <a:spcPts val="0"/>
              </a:spcBef>
              <a:spcAft>
                <a:spcPts val="0"/>
              </a:spcAft>
              <a:buClr>
                <a:schemeClr val="accent1"/>
              </a:buClr>
              <a:buSzPts val="1500"/>
              <a:buFont typeface="Helvetica Neue"/>
              <a:buChar char="●"/>
            </a:pPr>
            <a:r>
              <a:rPr lang="en" sz="1500" b="1">
                <a:solidFill>
                  <a:schemeClr val="accent1"/>
                </a:solidFill>
                <a:latin typeface="Helvetica Neue"/>
                <a:ea typeface="Helvetica Neue"/>
                <a:cs typeface="Helvetica Neue"/>
                <a:sym typeface="Helvetica Neue"/>
              </a:rPr>
              <a:t>Ct-1/Ct: </a:t>
            </a:r>
            <a:r>
              <a:rPr lang="en" sz="1500">
                <a:solidFill>
                  <a:schemeClr val="accent1"/>
                </a:solidFill>
                <a:latin typeface="Helvetica Neue"/>
                <a:ea typeface="Helvetica Neue"/>
                <a:cs typeface="Helvetica Neue"/>
                <a:sym typeface="Helvetica Neue"/>
              </a:rPr>
              <a:t>cell state, carrying long-term memory</a:t>
            </a:r>
            <a:endParaRPr sz="1500">
              <a:solidFill>
                <a:schemeClr val="accent1"/>
              </a:solidFill>
              <a:latin typeface="Helvetica Neue"/>
              <a:ea typeface="Helvetica Neue"/>
              <a:cs typeface="Helvetica Neue"/>
              <a:sym typeface="Helvetica Neue"/>
            </a:endParaRPr>
          </a:p>
          <a:p>
            <a:pPr marL="457200" lvl="0" indent="-323850" algn="l" rtl="0">
              <a:spcBef>
                <a:spcPts val="0"/>
              </a:spcBef>
              <a:spcAft>
                <a:spcPts val="0"/>
              </a:spcAft>
              <a:buClr>
                <a:schemeClr val="accent1"/>
              </a:buClr>
              <a:buSzPts val="1500"/>
              <a:buFont typeface="Helvetica Neue"/>
              <a:buChar char="●"/>
            </a:pPr>
            <a:r>
              <a:rPr lang="en" sz="1500" b="1">
                <a:solidFill>
                  <a:schemeClr val="accent1"/>
                </a:solidFill>
                <a:latin typeface="Helvetica Neue"/>
                <a:ea typeface="Helvetica Neue"/>
                <a:cs typeface="Helvetica Neue"/>
                <a:sym typeface="Helvetica Neue"/>
              </a:rPr>
              <a:t>Ft: </a:t>
            </a:r>
            <a:r>
              <a:rPr lang="en" sz="1500">
                <a:solidFill>
                  <a:schemeClr val="accent1"/>
                </a:solidFill>
                <a:latin typeface="Helvetica Neue"/>
                <a:ea typeface="Helvetica Neue"/>
                <a:cs typeface="Helvetica Neue"/>
                <a:sym typeface="Helvetica Neue"/>
              </a:rPr>
              <a:t>forget gate, filtering past info from Ct-1</a:t>
            </a:r>
            <a:endParaRPr sz="1500">
              <a:solidFill>
                <a:schemeClr val="accent1"/>
              </a:solidFill>
              <a:latin typeface="Helvetica Neue"/>
              <a:ea typeface="Helvetica Neue"/>
              <a:cs typeface="Helvetica Neue"/>
              <a:sym typeface="Helvetica Neue"/>
            </a:endParaRPr>
          </a:p>
          <a:p>
            <a:pPr marL="457200" lvl="0" indent="-323850" algn="l" rtl="0">
              <a:spcBef>
                <a:spcPts val="0"/>
              </a:spcBef>
              <a:spcAft>
                <a:spcPts val="0"/>
              </a:spcAft>
              <a:buClr>
                <a:schemeClr val="accent1"/>
              </a:buClr>
              <a:buSzPts val="1500"/>
              <a:buFont typeface="Helvetica Neue"/>
              <a:buChar char="●"/>
            </a:pPr>
            <a:r>
              <a:rPr lang="en" sz="1500" b="1">
                <a:solidFill>
                  <a:schemeClr val="accent1"/>
                </a:solidFill>
                <a:latin typeface="Helvetica Neue"/>
                <a:ea typeface="Helvetica Neue"/>
                <a:cs typeface="Helvetica Neue"/>
                <a:sym typeface="Helvetica Neue"/>
              </a:rPr>
              <a:t>It: </a:t>
            </a:r>
            <a:r>
              <a:rPr lang="en" sz="1500">
                <a:solidFill>
                  <a:schemeClr val="accent1"/>
                </a:solidFill>
                <a:latin typeface="Helvetica Neue"/>
                <a:ea typeface="Helvetica Neue"/>
                <a:cs typeface="Helvetica Neue"/>
                <a:sym typeface="Helvetica Neue"/>
              </a:rPr>
              <a:t>input gate, integrating new input to Ct-1</a:t>
            </a:r>
            <a:endParaRPr sz="1500">
              <a:solidFill>
                <a:schemeClr val="accent1"/>
              </a:solidFill>
              <a:latin typeface="Helvetica Neue"/>
              <a:ea typeface="Helvetica Neue"/>
              <a:cs typeface="Helvetica Neue"/>
              <a:sym typeface="Helvetica Neue"/>
            </a:endParaRPr>
          </a:p>
          <a:p>
            <a:pPr marL="457200" lvl="0" indent="-323850" algn="l" rtl="0">
              <a:spcBef>
                <a:spcPts val="0"/>
              </a:spcBef>
              <a:spcAft>
                <a:spcPts val="0"/>
              </a:spcAft>
              <a:buClr>
                <a:schemeClr val="accent1"/>
              </a:buClr>
              <a:buSzPts val="1500"/>
              <a:buFont typeface="Helvetica Neue"/>
              <a:buChar char="●"/>
            </a:pPr>
            <a:r>
              <a:rPr lang="en" sz="1500" b="1">
                <a:solidFill>
                  <a:schemeClr val="accent1"/>
                </a:solidFill>
                <a:latin typeface="Helvetica Neue"/>
                <a:ea typeface="Helvetica Neue"/>
                <a:cs typeface="Helvetica Neue"/>
                <a:sym typeface="Helvetica Neue"/>
              </a:rPr>
              <a:t>Ot:</a:t>
            </a:r>
            <a:r>
              <a:rPr lang="en" sz="1500">
                <a:solidFill>
                  <a:schemeClr val="accent1"/>
                </a:solidFill>
                <a:latin typeface="Helvetica Neue"/>
                <a:ea typeface="Helvetica Neue"/>
                <a:cs typeface="Helvetica Neue"/>
                <a:sym typeface="Helvetica Neue"/>
              </a:rPr>
              <a:t> output gate, selecting which part of Ct is output as Ht</a:t>
            </a:r>
            <a:endParaRPr sz="1500">
              <a:solidFill>
                <a:schemeClr val="accent1"/>
              </a:solidFill>
              <a:latin typeface="Helvetica Neue"/>
              <a:ea typeface="Helvetica Neue"/>
              <a:cs typeface="Helvetica Neue"/>
              <a:sym typeface="Helvetica Neue"/>
            </a:endParaRPr>
          </a:p>
        </p:txBody>
      </p:sp>
      <p:pic>
        <p:nvPicPr>
          <p:cNvPr id="661" name="Google Shape;661;p75"/>
          <p:cNvPicPr preferRelativeResize="0"/>
          <p:nvPr/>
        </p:nvPicPr>
        <p:blipFill>
          <a:blip r:embed="rId3">
            <a:alphaModFix/>
          </a:blip>
          <a:stretch>
            <a:fillRect/>
          </a:stretch>
        </p:blipFill>
        <p:spPr>
          <a:xfrm>
            <a:off x="863725" y="2486250"/>
            <a:ext cx="4297799" cy="22110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76"/>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LSTM - Tuning</a:t>
            </a:r>
            <a:endParaRPr/>
          </a:p>
        </p:txBody>
      </p:sp>
      <p:sp>
        <p:nvSpPr>
          <p:cNvPr id="667" name="Google Shape;667;p76"/>
          <p:cNvSpPr txBox="1">
            <a:spLocks noGrp="1"/>
          </p:cNvSpPr>
          <p:nvPr>
            <p:ph type="body" idx="1"/>
          </p:nvPr>
        </p:nvSpPr>
        <p:spPr>
          <a:xfrm>
            <a:off x="628650" y="1150600"/>
            <a:ext cx="8208300" cy="3322200"/>
          </a:xfrm>
          <a:prstGeom prst="rect">
            <a:avLst/>
          </a:prstGeom>
          <a:noFill/>
          <a:ln>
            <a:noFill/>
          </a:ln>
        </p:spPr>
        <p:txBody>
          <a:bodyPr spcFirstLastPara="1" wrap="square" lIns="0" tIns="34275" rIns="0" bIns="34275" anchor="t" anchorCtr="0">
            <a:noAutofit/>
          </a:bodyPr>
          <a:lstStyle/>
          <a:p>
            <a:pPr marL="0" lvl="0" indent="0" algn="l" rtl="0">
              <a:lnSpc>
                <a:spcPct val="90000"/>
              </a:lnSpc>
              <a:spcBef>
                <a:spcPts val="0"/>
              </a:spcBef>
              <a:spcAft>
                <a:spcPts val="0"/>
              </a:spcAft>
              <a:buSzPts val="1800"/>
              <a:buNone/>
            </a:pPr>
            <a:r>
              <a:rPr lang="en" sz="1700">
                <a:solidFill>
                  <a:schemeClr val="dk1"/>
                </a:solidFill>
              </a:rPr>
              <a:t>  </a:t>
            </a:r>
            <a:r>
              <a:rPr lang="en" sz="1700" b="1">
                <a:solidFill>
                  <a:schemeClr val="accent1"/>
                </a:solidFill>
              </a:rPr>
              <a:t>Approach:</a:t>
            </a:r>
            <a:r>
              <a:rPr lang="en" sz="1700">
                <a:solidFill>
                  <a:schemeClr val="dk1"/>
                </a:solidFill>
              </a:rPr>
              <a:t> Random Search, exploring hyperparameters by randomly sampling </a:t>
            </a:r>
            <a:endParaRPr sz="1700">
              <a:solidFill>
                <a:schemeClr val="dk1"/>
              </a:solidFill>
            </a:endParaRPr>
          </a:p>
          <a:p>
            <a:pPr marL="177800" lvl="0" indent="-63500" algn="l" rtl="0">
              <a:lnSpc>
                <a:spcPct val="90000"/>
              </a:lnSpc>
              <a:spcBef>
                <a:spcPts val="0"/>
              </a:spcBef>
              <a:spcAft>
                <a:spcPts val="0"/>
              </a:spcAft>
              <a:buSzPts val="1800"/>
              <a:buNone/>
            </a:pPr>
            <a:endParaRPr sz="1700">
              <a:solidFill>
                <a:schemeClr val="dk1"/>
              </a:solidFill>
            </a:endParaRPr>
          </a:p>
          <a:p>
            <a:pPr marL="177800" lvl="0" indent="-63500" algn="l" rtl="0">
              <a:lnSpc>
                <a:spcPct val="90000"/>
              </a:lnSpc>
              <a:spcBef>
                <a:spcPts val="0"/>
              </a:spcBef>
              <a:spcAft>
                <a:spcPts val="0"/>
              </a:spcAft>
              <a:buSzPts val="1800"/>
              <a:buNone/>
            </a:pPr>
            <a:r>
              <a:rPr lang="en" sz="1700" b="1">
                <a:solidFill>
                  <a:schemeClr val="accent1"/>
                </a:solidFill>
              </a:rPr>
              <a:t>Hyperparameters:</a:t>
            </a:r>
            <a:r>
              <a:rPr lang="en" sz="1700">
                <a:solidFill>
                  <a:schemeClr val="dk1"/>
                </a:solidFill>
              </a:rPr>
              <a:t> LSTM Units, Dropout Rate, learning rate, layer configurations</a:t>
            </a:r>
            <a:endParaRPr sz="1700">
              <a:solidFill>
                <a:schemeClr val="dk1"/>
              </a:solidFill>
            </a:endParaRPr>
          </a:p>
          <a:p>
            <a:pPr marL="177800" lvl="0" indent="-63500" algn="l" rtl="0">
              <a:lnSpc>
                <a:spcPct val="90000"/>
              </a:lnSpc>
              <a:spcBef>
                <a:spcPts val="0"/>
              </a:spcBef>
              <a:spcAft>
                <a:spcPts val="0"/>
              </a:spcAft>
              <a:buSzPts val="1800"/>
              <a:buNone/>
            </a:pPr>
            <a:endParaRPr sz="1700">
              <a:solidFill>
                <a:schemeClr val="dk1"/>
              </a:solidFill>
            </a:endParaRPr>
          </a:p>
          <a:p>
            <a:pPr marL="177800" lvl="0" indent="-63500" algn="l" rtl="0">
              <a:lnSpc>
                <a:spcPct val="90000"/>
              </a:lnSpc>
              <a:spcBef>
                <a:spcPts val="0"/>
              </a:spcBef>
              <a:spcAft>
                <a:spcPts val="0"/>
              </a:spcAft>
              <a:buSzPts val="1800"/>
              <a:buNone/>
            </a:pPr>
            <a:r>
              <a:rPr lang="en" sz="1700" b="1">
                <a:solidFill>
                  <a:schemeClr val="accent1"/>
                </a:solidFill>
              </a:rPr>
              <a:t>Adam Optimizer: </a:t>
            </a:r>
            <a:r>
              <a:rPr lang="en" sz="1700">
                <a:solidFill>
                  <a:schemeClr val="dk1"/>
                </a:solidFill>
              </a:rPr>
              <a:t>improve convergence</a:t>
            </a:r>
            <a:endParaRPr sz="1700">
              <a:solidFill>
                <a:schemeClr val="dk1"/>
              </a:solidFill>
            </a:endParaRPr>
          </a:p>
          <a:p>
            <a:pPr marL="177800" lvl="0" indent="-63500" algn="l" rtl="0">
              <a:lnSpc>
                <a:spcPct val="90000"/>
              </a:lnSpc>
              <a:spcBef>
                <a:spcPts val="0"/>
              </a:spcBef>
              <a:spcAft>
                <a:spcPts val="0"/>
              </a:spcAft>
              <a:buSzPts val="1800"/>
              <a:buNone/>
            </a:pPr>
            <a:endParaRPr sz="1700">
              <a:solidFill>
                <a:schemeClr val="dk1"/>
              </a:solidFill>
            </a:endParaRPr>
          </a:p>
          <a:p>
            <a:pPr marL="177800" lvl="0" indent="-63500" algn="l" rtl="0">
              <a:lnSpc>
                <a:spcPct val="90000"/>
              </a:lnSpc>
              <a:spcBef>
                <a:spcPts val="0"/>
              </a:spcBef>
              <a:spcAft>
                <a:spcPts val="0"/>
              </a:spcAft>
              <a:buSzPts val="1800"/>
              <a:buNone/>
            </a:pPr>
            <a:r>
              <a:rPr lang="en" sz="1700" b="1">
                <a:solidFill>
                  <a:schemeClr val="accent1"/>
                </a:solidFill>
              </a:rPr>
              <a:t>Result:</a:t>
            </a:r>
            <a:r>
              <a:rPr lang="en" sz="1700">
                <a:solidFill>
                  <a:schemeClr val="dk1"/>
                </a:solidFill>
              </a:rPr>
              <a:t> META RMSE reduced by 10%; TSLA remains highly unpredictable.</a:t>
            </a:r>
            <a:endParaRPr sz="1700">
              <a:solidFill>
                <a:schemeClr val="dk1"/>
              </a:solidFill>
            </a:endParaRPr>
          </a:p>
          <a:p>
            <a:pPr marL="177800" lvl="0" indent="-63500" algn="l" rtl="0">
              <a:lnSpc>
                <a:spcPct val="90000"/>
              </a:lnSpc>
              <a:spcBef>
                <a:spcPts val="0"/>
              </a:spcBef>
              <a:spcAft>
                <a:spcPts val="0"/>
              </a:spcAft>
              <a:buSzPts val="1800"/>
              <a:buNone/>
            </a:pPr>
            <a:endParaRPr sz="1700">
              <a:solidFill>
                <a:schemeClr val="dk1"/>
              </a:solidFill>
            </a:endParaRPr>
          </a:p>
          <a:p>
            <a:pPr marL="177800" lvl="0" indent="-63500" algn="l" rtl="0">
              <a:lnSpc>
                <a:spcPct val="90000"/>
              </a:lnSpc>
              <a:spcBef>
                <a:spcPts val="0"/>
              </a:spcBef>
              <a:spcAft>
                <a:spcPts val="0"/>
              </a:spcAft>
              <a:buSzPts val="1800"/>
              <a:buNone/>
            </a:pPr>
            <a:r>
              <a:rPr lang="en" sz="1700" b="1">
                <a:solidFill>
                  <a:schemeClr val="accent1"/>
                </a:solidFill>
              </a:rPr>
              <a:t>Potential Reasons:</a:t>
            </a:r>
            <a:endParaRPr sz="1700" b="1">
              <a:solidFill>
                <a:schemeClr val="accent1"/>
              </a:solidFill>
            </a:endParaRPr>
          </a:p>
          <a:p>
            <a:pPr marL="114300" lvl="0" indent="0" algn="l" rtl="0">
              <a:lnSpc>
                <a:spcPct val="90000"/>
              </a:lnSpc>
              <a:spcBef>
                <a:spcPts val="0"/>
              </a:spcBef>
              <a:spcAft>
                <a:spcPts val="0"/>
              </a:spcAft>
              <a:buSzPts val="1800"/>
              <a:buNone/>
            </a:pPr>
            <a:endParaRPr sz="1700" b="1">
              <a:solidFill>
                <a:schemeClr val="accent1"/>
              </a:solidFill>
            </a:endParaRPr>
          </a:p>
          <a:p>
            <a:pPr marL="457200" lvl="0" indent="-330200" algn="l" rtl="0">
              <a:lnSpc>
                <a:spcPct val="90000"/>
              </a:lnSpc>
              <a:spcBef>
                <a:spcPts val="0"/>
              </a:spcBef>
              <a:spcAft>
                <a:spcPts val="0"/>
              </a:spcAft>
              <a:buClr>
                <a:schemeClr val="dk1"/>
              </a:buClr>
              <a:buSzPts val="1600"/>
              <a:buChar char="•"/>
            </a:pPr>
            <a:r>
              <a:rPr lang="en" sz="1600">
                <a:solidFill>
                  <a:schemeClr val="dk1"/>
                </a:solidFill>
              </a:rPr>
              <a:t>LSTM struggles with TSLA's high volatility due to its reliance on long-term patterns.</a:t>
            </a:r>
            <a:endParaRPr sz="1600">
              <a:solidFill>
                <a:schemeClr val="dk1"/>
              </a:solidFill>
            </a:endParaRPr>
          </a:p>
          <a:p>
            <a:pPr marL="457200" lvl="0" indent="-330200" algn="l" rtl="0">
              <a:lnSpc>
                <a:spcPct val="90000"/>
              </a:lnSpc>
              <a:spcBef>
                <a:spcPts val="0"/>
              </a:spcBef>
              <a:spcAft>
                <a:spcPts val="0"/>
              </a:spcAft>
              <a:buClr>
                <a:schemeClr val="dk1"/>
              </a:buClr>
              <a:buSzPts val="1600"/>
              <a:buChar char="•"/>
            </a:pPr>
            <a:r>
              <a:rPr lang="en" sz="1600">
                <a:solidFill>
                  <a:schemeClr val="dk1"/>
                </a:solidFill>
              </a:rPr>
              <a:t>Limited adaptability to sudden market shifts, less effective for volatile stocks.</a:t>
            </a:r>
            <a:endParaRPr sz="1400"/>
          </a:p>
          <a:p>
            <a:pPr marL="0" lvl="0" indent="0" algn="l" rtl="0">
              <a:spcBef>
                <a:spcPts val="0"/>
              </a:spcBef>
              <a:spcAft>
                <a:spcPts val="0"/>
              </a:spcAft>
              <a:buNone/>
            </a:pPr>
            <a:endParaRPr sz="1700"/>
          </a:p>
        </p:txBody>
      </p:sp>
      <p:sp>
        <p:nvSpPr>
          <p:cNvPr id="668" name="Google Shape;668;p76"/>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77"/>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Evaluation</a:t>
            </a:r>
            <a:endParaRPr/>
          </a:p>
        </p:txBody>
      </p:sp>
      <p:sp>
        <p:nvSpPr>
          <p:cNvPr id="674" name="Google Shape;674;p77"/>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41</a:t>
            </a:fld>
            <a:endParaRPr/>
          </a:p>
        </p:txBody>
      </p:sp>
      <p:graphicFrame>
        <p:nvGraphicFramePr>
          <p:cNvPr id="675" name="Google Shape;675;p77"/>
          <p:cNvGraphicFramePr/>
          <p:nvPr>
            <p:extLst>
              <p:ext uri="{D42A27DB-BD31-4B8C-83A1-F6EECF244321}">
                <p14:modId xmlns:p14="http://schemas.microsoft.com/office/powerpoint/2010/main" val="352950960"/>
              </p:ext>
            </p:extLst>
          </p:nvPr>
        </p:nvGraphicFramePr>
        <p:xfrm>
          <a:off x="628650" y="1201222"/>
          <a:ext cx="3633075" cy="2741055"/>
        </p:xfrm>
        <a:graphic>
          <a:graphicData uri="http://schemas.openxmlformats.org/drawingml/2006/table">
            <a:tbl>
              <a:tblPr>
                <a:noFill/>
                <a:tableStyleId>{B6EB7E80-FB27-40CE-B5CC-A55B40EFBAA0}</a:tableStyleId>
              </a:tblPr>
              <a:tblGrid>
                <a:gridCol w="1107150">
                  <a:extLst>
                    <a:ext uri="{9D8B030D-6E8A-4147-A177-3AD203B41FA5}">
                      <a16:colId xmlns:a16="http://schemas.microsoft.com/office/drawing/2014/main" val="20000"/>
                    </a:ext>
                  </a:extLst>
                </a:gridCol>
                <a:gridCol w="1211425">
                  <a:extLst>
                    <a:ext uri="{9D8B030D-6E8A-4147-A177-3AD203B41FA5}">
                      <a16:colId xmlns:a16="http://schemas.microsoft.com/office/drawing/2014/main" val="20001"/>
                    </a:ext>
                  </a:extLst>
                </a:gridCol>
                <a:gridCol w="1314500">
                  <a:extLst>
                    <a:ext uri="{9D8B030D-6E8A-4147-A177-3AD203B41FA5}">
                      <a16:colId xmlns:a16="http://schemas.microsoft.com/office/drawing/2014/main" val="20002"/>
                    </a:ext>
                  </a:extLst>
                </a:gridCol>
              </a:tblGrid>
              <a:tr h="546675">
                <a:tc>
                  <a:txBody>
                    <a:bodyPr/>
                    <a:lstStyle/>
                    <a:p>
                      <a:pPr marL="0" lvl="0" indent="0" algn="ctr" rtl="0">
                        <a:lnSpc>
                          <a:spcPct val="115000"/>
                        </a:lnSpc>
                        <a:spcBef>
                          <a:spcPts val="0"/>
                        </a:spcBef>
                        <a:spcAft>
                          <a:spcPts val="0"/>
                        </a:spcAft>
                        <a:buNone/>
                      </a:pPr>
                      <a:r>
                        <a:rPr lang="en" b="1">
                          <a:solidFill>
                            <a:schemeClr val="accent1"/>
                          </a:solidFill>
                        </a:rPr>
                        <a:t>Ticker</a:t>
                      </a:r>
                      <a:endParaRPr b="1">
                        <a:solidFill>
                          <a:schemeClr val="accent1"/>
                        </a:solidFill>
                      </a:endParaRPr>
                    </a:p>
                  </a:txBody>
                  <a:tcPr marL="91425" marR="91425" marT="91425" marB="91425" anchor="ctr"/>
                </a:tc>
                <a:tc>
                  <a:txBody>
                    <a:bodyPr/>
                    <a:lstStyle/>
                    <a:p>
                      <a:pPr marL="0" lvl="0" indent="0" algn="ctr" rtl="0">
                        <a:lnSpc>
                          <a:spcPct val="115000"/>
                        </a:lnSpc>
                        <a:spcBef>
                          <a:spcPts val="0"/>
                        </a:spcBef>
                        <a:spcAft>
                          <a:spcPts val="0"/>
                        </a:spcAft>
                        <a:buNone/>
                      </a:pPr>
                      <a:r>
                        <a:rPr lang="en" b="1">
                          <a:solidFill>
                            <a:schemeClr val="accent1"/>
                          </a:solidFill>
                        </a:rPr>
                        <a:t>RMSE (%)</a:t>
                      </a:r>
                      <a:endParaRPr b="1">
                        <a:solidFill>
                          <a:schemeClr val="accent1"/>
                        </a:solidFill>
                      </a:endParaRPr>
                    </a:p>
                  </a:txBody>
                  <a:tcPr marL="91425" marR="91425" marT="91425" marB="91425" anchor="ctr"/>
                </a:tc>
                <a:tc>
                  <a:txBody>
                    <a:bodyPr/>
                    <a:lstStyle/>
                    <a:p>
                      <a:pPr marL="0" lvl="0" indent="0" algn="ctr" rtl="0">
                        <a:lnSpc>
                          <a:spcPct val="115000"/>
                        </a:lnSpc>
                        <a:spcBef>
                          <a:spcPts val="0"/>
                        </a:spcBef>
                        <a:spcAft>
                          <a:spcPts val="0"/>
                        </a:spcAft>
                        <a:buNone/>
                      </a:pPr>
                      <a:r>
                        <a:rPr lang="en" b="1">
                          <a:solidFill>
                            <a:schemeClr val="accent1"/>
                          </a:solidFill>
                        </a:rPr>
                        <a:t>MAE (%)</a:t>
                      </a:r>
                      <a:endParaRPr b="1">
                        <a:solidFill>
                          <a:schemeClr val="accent1"/>
                        </a:solidFill>
                      </a:endParaRPr>
                    </a:p>
                  </a:txBody>
                  <a:tcPr marL="91425" marR="91425" marT="91425" marB="91425" anchor="ctr"/>
                </a:tc>
                <a:extLst>
                  <a:ext uri="{0D108BD9-81ED-4DB2-BD59-A6C34878D82A}">
                    <a16:rowId xmlns:a16="http://schemas.microsoft.com/office/drawing/2014/main" val="10000"/>
                  </a:ext>
                </a:extLst>
              </a:tr>
              <a:tr h="324650">
                <a:tc>
                  <a:txBody>
                    <a:bodyPr/>
                    <a:lstStyle/>
                    <a:p>
                      <a:pPr marL="0" lvl="0" indent="0" algn="l" rtl="0">
                        <a:spcBef>
                          <a:spcPts val="0"/>
                        </a:spcBef>
                        <a:spcAft>
                          <a:spcPts val="0"/>
                        </a:spcAft>
                        <a:buNone/>
                      </a:pPr>
                      <a:r>
                        <a:rPr lang="en" sz="1200" b="1">
                          <a:solidFill>
                            <a:schemeClr val="dk1"/>
                          </a:solidFill>
                        </a:rPr>
                        <a:t>AAPL</a:t>
                      </a:r>
                      <a:endParaRPr sz="1200" b="1">
                        <a:solidFill>
                          <a:schemeClr val="dk1"/>
                        </a:solidFill>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6.60%</a:t>
                      </a:r>
                      <a:endParaRPr sz="1200">
                        <a:solidFill>
                          <a:schemeClr val="dk1"/>
                        </a:solidFill>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5.34%</a:t>
                      </a:r>
                      <a:endParaRPr sz="1200">
                        <a:solidFill>
                          <a:schemeClr val="dk1"/>
                        </a:solidFill>
                      </a:endParaRPr>
                    </a:p>
                  </a:txBody>
                  <a:tcPr marL="91425" marR="91425" marT="91425" marB="91425"/>
                </a:tc>
                <a:extLst>
                  <a:ext uri="{0D108BD9-81ED-4DB2-BD59-A6C34878D82A}">
                    <a16:rowId xmlns:a16="http://schemas.microsoft.com/office/drawing/2014/main" val="10001"/>
                  </a:ext>
                </a:extLst>
              </a:tr>
              <a:tr h="324650">
                <a:tc>
                  <a:txBody>
                    <a:bodyPr/>
                    <a:lstStyle/>
                    <a:p>
                      <a:pPr marL="0" lvl="0" indent="0" algn="l" rtl="0">
                        <a:spcBef>
                          <a:spcPts val="0"/>
                        </a:spcBef>
                        <a:spcAft>
                          <a:spcPts val="0"/>
                        </a:spcAft>
                        <a:buNone/>
                      </a:pPr>
                      <a:r>
                        <a:rPr lang="en" sz="1200" b="1"/>
                        <a:t>AMZN</a:t>
                      </a:r>
                      <a:endParaRPr sz="1200" b="1"/>
                    </a:p>
                  </a:txBody>
                  <a:tcPr marL="91425" marR="91425" marT="91425" marB="91425"/>
                </a:tc>
                <a:tc>
                  <a:txBody>
                    <a:bodyPr/>
                    <a:lstStyle/>
                    <a:p>
                      <a:pPr marL="0" lvl="0" indent="0" algn="l" rtl="0">
                        <a:spcBef>
                          <a:spcPts val="0"/>
                        </a:spcBef>
                        <a:spcAft>
                          <a:spcPts val="0"/>
                        </a:spcAft>
                        <a:buNone/>
                      </a:pPr>
                      <a:r>
                        <a:rPr lang="en" sz="1200">
                          <a:solidFill>
                            <a:schemeClr val="dk1"/>
                          </a:solidFill>
                        </a:rPr>
                        <a:t>12.48%</a:t>
                      </a:r>
                      <a:endParaRPr sz="1200">
                        <a:solidFill>
                          <a:schemeClr val="dk1"/>
                        </a:solidFill>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11.44%</a:t>
                      </a:r>
                      <a:endParaRPr sz="1200">
                        <a:solidFill>
                          <a:schemeClr val="dk1"/>
                        </a:solidFill>
                      </a:endParaRPr>
                    </a:p>
                  </a:txBody>
                  <a:tcPr marL="91425" marR="91425" marT="91425" marB="91425"/>
                </a:tc>
                <a:extLst>
                  <a:ext uri="{0D108BD9-81ED-4DB2-BD59-A6C34878D82A}">
                    <a16:rowId xmlns:a16="http://schemas.microsoft.com/office/drawing/2014/main" val="10002"/>
                  </a:ext>
                </a:extLst>
              </a:tr>
              <a:tr h="324650">
                <a:tc>
                  <a:txBody>
                    <a:bodyPr/>
                    <a:lstStyle/>
                    <a:p>
                      <a:pPr marL="0" lvl="0" indent="0" algn="l" rtl="0">
                        <a:spcBef>
                          <a:spcPts val="0"/>
                        </a:spcBef>
                        <a:spcAft>
                          <a:spcPts val="0"/>
                        </a:spcAft>
                        <a:buNone/>
                      </a:pPr>
                      <a:r>
                        <a:rPr lang="en" sz="1200" b="1"/>
                        <a:t>GOOGL</a:t>
                      </a:r>
                      <a:endParaRPr sz="1200" b="1"/>
                    </a:p>
                  </a:txBody>
                  <a:tcPr marL="91425" marR="91425" marT="91425" marB="91425"/>
                </a:tc>
                <a:tc>
                  <a:txBody>
                    <a:bodyPr/>
                    <a:lstStyle/>
                    <a:p>
                      <a:pPr marL="0" lvl="0" indent="0" algn="l" rtl="0">
                        <a:spcBef>
                          <a:spcPts val="0"/>
                        </a:spcBef>
                        <a:spcAft>
                          <a:spcPts val="0"/>
                        </a:spcAft>
                        <a:buNone/>
                      </a:pPr>
                      <a:r>
                        <a:rPr lang="en" sz="1200">
                          <a:solidFill>
                            <a:schemeClr val="dk1"/>
                          </a:solidFill>
                        </a:rPr>
                        <a:t>12.41%</a:t>
                      </a:r>
                      <a:endParaRPr sz="1200">
                        <a:solidFill>
                          <a:schemeClr val="dk1"/>
                        </a:solidFill>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10.59%</a:t>
                      </a:r>
                      <a:endParaRPr sz="1200">
                        <a:solidFill>
                          <a:schemeClr val="dk1"/>
                        </a:solidFill>
                      </a:endParaRPr>
                    </a:p>
                  </a:txBody>
                  <a:tcPr marL="91425" marR="91425" marT="91425" marB="91425"/>
                </a:tc>
                <a:extLst>
                  <a:ext uri="{0D108BD9-81ED-4DB2-BD59-A6C34878D82A}">
                    <a16:rowId xmlns:a16="http://schemas.microsoft.com/office/drawing/2014/main" val="10003"/>
                  </a:ext>
                </a:extLst>
              </a:tr>
              <a:tr h="324650">
                <a:tc>
                  <a:txBody>
                    <a:bodyPr/>
                    <a:lstStyle/>
                    <a:p>
                      <a:pPr marL="0" lvl="0" indent="0" algn="l" rtl="0">
                        <a:spcBef>
                          <a:spcPts val="0"/>
                        </a:spcBef>
                        <a:spcAft>
                          <a:spcPts val="0"/>
                        </a:spcAft>
                        <a:buNone/>
                      </a:pPr>
                      <a:r>
                        <a:rPr lang="en" sz="1200" b="1">
                          <a:solidFill>
                            <a:schemeClr val="dk1"/>
                          </a:solidFill>
                          <a:highlight>
                            <a:srgbClr val="F9CB9C"/>
                          </a:highlight>
                        </a:rPr>
                        <a:t>MSFT</a:t>
                      </a:r>
                      <a:endParaRPr sz="1200" b="1">
                        <a:solidFill>
                          <a:schemeClr val="dk1"/>
                        </a:solidFill>
                        <a:highlight>
                          <a:srgbClr val="F9CB9C"/>
                        </a:highlight>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highlight>
                            <a:srgbClr val="F9CB9C"/>
                          </a:highlight>
                        </a:rPr>
                        <a:t>2.80%</a:t>
                      </a:r>
                      <a:endParaRPr sz="1200">
                        <a:solidFill>
                          <a:schemeClr val="dk1"/>
                        </a:solidFill>
                        <a:highlight>
                          <a:srgbClr val="F9CB9C"/>
                        </a:highlight>
                      </a:endParaRPr>
                    </a:p>
                  </a:txBody>
                  <a:tcPr marL="91425" marR="91425" marT="91425" marB="91425"/>
                </a:tc>
                <a:tc>
                  <a:txBody>
                    <a:bodyPr/>
                    <a:lstStyle/>
                    <a:p>
                      <a:pPr marL="0" lvl="0" indent="0" algn="l" rtl="0">
                        <a:spcBef>
                          <a:spcPts val="0"/>
                        </a:spcBef>
                        <a:spcAft>
                          <a:spcPts val="0"/>
                        </a:spcAft>
                        <a:buNone/>
                      </a:pPr>
                      <a:r>
                        <a:rPr lang="en" sz="1200">
                          <a:solidFill>
                            <a:schemeClr val="dk1"/>
                          </a:solidFill>
                          <a:highlight>
                            <a:srgbClr val="F9CB9C"/>
                          </a:highlight>
                        </a:rPr>
                        <a:t>2.28%</a:t>
                      </a:r>
                      <a:endParaRPr sz="1200">
                        <a:solidFill>
                          <a:schemeClr val="dk1"/>
                        </a:solidFill>
                        <a:highlight>
                          <a:srgbClr val="F9CB9C"/>
                        </a:highlight>
                      </a:endParaRPr>
                    </a:p>
                  </a:txBody>
                  <a:tcPr marL="91425" marR="91425" marT="91425" marB="91425"/>
                </a:tc>
                <a:extLst>
                  <a:ext uri="{0D108BD9-81ED-4DB2-BD59-A6C34878D82A}">
                    <a16:rowId xmlns:a16="http://schemas.microsoft.com/office/drawing/2014/main" val="10004"/>
                  </a:ext>
                </a:extLst>
              </a:tr>
              <a:tr h="324650">
                <a:tc>
                  <a:txBody>
                    <a:bodyPr/>
                    <a:lstStyle/>
                    <a:p>
                      <a:pPr marL="0" lvl="0" indent="0" algn="l" rtl="0">
                        <a:spcBef>
                          <a:spcPts val="0"/>
                        </a:spcBef>
                        <a:spcAft>
                          <a:spcPts val="0"/>
                        </a:spcAft>
                        <a:buNone/>
                      </a:pPr>
                      <a:r>
                        <a:rPr lang="en" sz="1200" b="1">
                          <a:solidFill>
                            <a:schemeClr val="dk1"/>
                          </a:solidFill>
                          <a:highlight>
                            <a:srgbClr val="F9CB9C"/>
                          </a:highlight>
                        </a:rPr>
                        <a:t>TSLA</a:t>
                      </a:r>
                      <a:endParaRPr sz="1200" b="1">
                        <a:solidFill>
                          <a:schemeClr val="dk1"/>
                        </a:solidFill>
                        <a:highlight>
                          <a:srgbClr val="F9CB9C"/>
                        </a:high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highlight>
                            <a:srgbClr val="F9CB9C"/>
                          </a:highlight>
                        </a:rPr>
                        <a:t>67.59%</a:t>
                      </a:r>
                      <a:endParaRPr sz="1200">
                        <a:solidFill>
                          <a:schemeClr val="dk1"/>
                        </a:solidFill>
                        <a:highlight>
                          <a:srgbClr val="F9CB9C"/>
                        </a:highlight>
                      </a:endParaRPr>
                    </a:p>
                  </a:txBody>
                  <a:tcPr marL="91425" marR="91425" marT="91425" marB="91425">
                    <a:lnL w="9525" cap="flat" cmpd="sng">
                      <a:solidFill>
                        <a:srgbClr val="9E9E9E"/>
                      </a:solidFill>
                      <a:prstDash val="solid"/>
                      <a:round/>
                      <a:headEnd type="none" w="sm" len="sm"/>
                      <a:tailEnd type="none" w="sm" len="sm"/>
                    </a:lnL>
                  </a:tcPr>
                </a:tc>
                <a:tc>
                  <a:txBody>
                    <a:bodyPr/>
                    <a:lstStyle/>
                    <a:p>
                      <a:pPr marL="0" lvl="0" indent="0" algn="l" rtl="0">
                        <a:spcBef>
                          <a:spcPts val="0"/>
                        </a:spcBef>
                        <a:spcAft>
                          <a:spcPts val="0"/>
                        </a:spcAft>
                        <a:buNone/>
                      </a:pPr>
                      <a:r>
                        <a:rPr lang="en" sz="1200">
                          <a:solidFill>
                            <a:schemeClr val="dk1"/>
                          </a:solidFill>
                          <a:highlight>
                            <a:srgbClr val="F9CB9C"/>
                          </a:highlight>
                        </a:rPr>
                        <a:t>63.57%</a:t>
                      </a:r>
                      <a:endParaRPr sz="1200">
                        <a:solidFill>
                          <a:schemeClr val="dk1"/>
                        </a:solidFill>
                        <a:highlight>
                          <a:srgbClr val="F9CB9C"/>
                        </a:highlight>
                      </a:endParaRPr>
                    </a:p>
                  </a:txBody>
                  <a:tcPr marL="91425" marR="91425" marT="91425" marB="91425"/>
                </a:tc>
                <a:extLst>
                  <a:ext uri="{0D108BD9-81ED-4DB2-BD59-A6C34878D82A}">
                    <a16:rowId xmlns:a16="http://schemas.microsoft.com/office/drawing/2014/main" val="10005"/>
                  </a:ext>
                </a:extLst>
              </a:tr>
              <a:tr h="324650">
                <a:tc>
                  <a:txBody>
                    <a:bodyPr/>
                    <a:lstStyle/>
                    <a:p>
                      <a:pPr marL="0" lvl="0" indent="0" algn="l" rtl="0">
                        <a:spcBef>
                          <a:spcPts val="0"/>
                        </a:spcBef>
                        <a:spcAft>
                          <a:spcPts val="0"/>
                        </a:spcAft>
                        <a:buNone/>
                      </a:pPr>
                      <a:r>
                        <a:rPr lang="en" sz="1200" b="1">
                          <a:solidFill>
                            <a:schemeClr val="dk1"/>
                          </a:solidFill>
                        </a:rPr>
                        <a:t>META</a:t>
                      </a:r>
                      <a:endParaRPr sz="1200" b="1">
                        <a:solidFill>
                          <a:schemeClr val="dk1"/>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200">
                          <a:solidFill>
                            <a:schemeClr val="dk1"/>
                          </a:solidFill>
                        </a:rPr>
                        <a:t>7.56%</a:t>
                      </a:r>
                      <a:endParaRPr sz="1200">
                        <a:solidFill>
                          <a:schemeClr val="dk1"/>
                        </a:solidFill>
                      </a:endParaRPr>
                    </a:p>
                  </a:txBody>
                  <a:tcPr marL="91425" marR="91425" marT="91425" marB="91425"/>
                </a:tc>
                <a:tc>
                  <a:txBody>
                    <a:bodyPr/>
                    <a:lstStyle/>
                    <a:p>
                      <a:pPr marL="0" lvl="0" indent="0" algn="l" rtl="0">
                        <a:spcBef>
                          <a:spcPts val="0"/>
                        </a:spcBef>
                        <a:spcAft>
                          <a:spcPts val="0"/>
                        </a:spcAft>
                        <a:buNone/>
                      </a:pPr>
                      <a:r>
                        <a:rPr lang="en" sz="1200" dirty="0">
                          <a:solidFill>
                            <a:schemeClr val="dk1"/>
                          </a:solidFill>
                        </a:rPr>
                        <a:t>5.82%</a:t>
                      </a:r>
                      <a:endParaRPr sz="1200" dirty="0">
                        <a:solidFill>
                          <a:schemeClr val="dk1"/>
                        </a:solidFill>
                      </a:endParaRPr>
                    </a:p>
                  </a:txBody>
                  <a:tcPr marL="91425" marR="91425" marT="91425" marB="91425"/>
                </a:tc>
                <a:extLst>
                  <a:ext uri="{0D108BD9-81ED-4DB2-BD59-A6C34878D82A}">
                    <a16:rowId xmlns:a16="http://schemas.microsoft.com/office/drawing/2014/main" val="10006"/>
                  </a:ext>
                </a:extLst>
              </a:tr>
            </a:tbl>
          </a:graphicData>
        </a:graphic>
      </p:graphicFrame>
      <p:sp>
        <p:nvSpPr>
          <p:cNvPr id="676" name="Google Shape;676;p77"/>
          <p:cNvSpPr txBox="1"/>
          <p:nvPr/>
        </p:nvSpPr>
        <p:spPr>
          <a:xfrm>
            <a:off x="628650" y="3934300"/>
            <a:ext cx="6252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solidFill>
                <a:schemeClr val="accent1"/>
              </a:solidFill>
              <a:latin typeface="Helvetica Neue"/>
              <a:ea typeface="Helvetica Neue"/>
              <a:cs typeface="Helvetica Neue"/>
              <a:sym typeface="Helvetica Neue"/>
            </a:endParaRPr>
          </a:p>
        </p:txBody>
      </p:sp>
      <p:sp>
        <p:nvSpPr>
          <p:cNvPr id="677" name="Google Shape;677;p77"/>
          <p:cNvSpPr txBox="1"/>
          <p:nvPr/>
        </p:nvSpPr>
        <p:spPr>
          <a:xfrm>
            <a:off x="5114325" y="1145600"/>
            <a:ext cx="36330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rPr>
              <a:t>Best Predictability (RMSE &lt; 10%)</a:t>
            </a:r>
            <a:r>
              <a:rPr lang="en">
                <a:solidFill>
                  <a:schemeClr val="dk1"/>
                </a:solidFill>
              </a:rPr>
              <a:t>: </a:t>
            </a:r>
            <a:endParaRPr>
              <a:solidFill>
                <a:schemeClr val="dk1"/>
              </a:solidFill>
            </a:endParaRPr>
          </a:p>
          <a:p>
            <a:pPr marL="0" lvl="0" indent="0" algn="l" rtl="0">
              <a:spcBef>
                <a:spcPts val="0"/>
              </a:spcBef>
              <a:spcAft>
                <a:spcPts val="0"/>
              </a:spcAft>
              <a:buNone/>
            </a:pPr>
            <a:r>
              <a:rPr lang="en">
                <a:solidFill>
                  <a:schemeClr val="dk1"/>
                </a:solidFill>
              </a:rPr>
              <a:t>MSFT (2.80%), AAPL (6.60%), META (7.56%)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b="1">
                <a:solidFill>
                  <a:schemeClr val="dk1"/>
                </a:solidFill>
              </a:rPr>
              <a:t>Moderate Predictability (RMSE 10-15%):</a:t>
            </a:r>
            <a:r>
              <a:rPr lang="en">
                <a:solidFill>
                  <a:schemeClr val="dk1"/>
                </a:solidFill>
              </a:rPr>
              <a:t> GOOGL (12.41%), AMZN (12.48%)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b="1">
                <a:solidFill>
                  <a:schemeClr val="dk1"/>
                </a:solidFill>
              </a:rPr>
              <a:t>Low Predictability (RMSE &gt; 60%):</a:t>
            </a:r>
            <a:r>
              <a:rPr lang="en">
                <a:solidFill>
                  <a:schemeClr val="dk1"/>
                </a:solidFill>
              </a:rPr>
              <a:t> </a:t>
            </a:r>
            <a:endParaRPr>
              <a:solidFill>
                <a:schemeClr val="dk1"/>
              </a:solidFill>
            </a:endParaRPr>
          </a:p>
          <a:p>
            <a:pPr marL="0" lvl="0" indent="0" algn="l" rtl="0">
              <a:spcBef>
                <a:spcPts val="0"/>
              </a:spcBef>
              <a:spcAft>
                <a:spcPts val="0"/>
              </a:spcAft>
              <a:buNone/>
            </a:pPr>
            <a:r>
              <a:rPr lang="en">
                <a:solidFill>
                  <a:schemeClr val="dk1"/>
                </a:solidFill>
              </a:rPr>
              <a:t>TSLA (67.59%)</a:t>
            </a:r>
            <a:endParaRPr sz="2100">
              <a:solidFill>
                <a:srgbClr val="767676"/>
              </a:solidFill>
              <a:latin typeface="Helvetica Neue"/>
              <a:ea typeface="Helvetica Neue"/>
              <a:cs typeface="Helvetica Neue"/>
              <a:sym typeface="Helvetica Neue"/>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78"/>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Trends</a:t>
            </a:r>
            <a:endParaRPr/>
          </a:p>
        </p:txBody>
      </p:sp>
      <p:sp>
        <p:nvSpPr>
          <p:cNvPr id="683" name="Google Shape;683;p78"/>
          <p:cNvSpPr txBox="1">
            <a:spLocks noGrp="1"/>
          </p:cNvSpPr>
          <p:nvPr>
            <p:ph type="sldNum" idx="12"/>
          </p:nvPr>
        </p:nvSpPr>
        <p:spPr>
          <a:xfrm>
            <a:off x="6457951" y="4844349"/>
            <a:ext cx="25743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42</a:t>
            </a:fld>
            <a:endParaRPr/>
          </a:p>
        </p:txBody>
      </p:sp>
      <p:pic>
        <p:nvPicPr>
          <p:cNvPr id="684" name="Google Shape;684;p78"/>
          <p:cNvPicPr preferRelativeResize="0"/>
          <p:nvPr/>
        </p:nvPicPr>
        <p:blipFill>
          <a:blip r:embed="rId3">
            <a:alphaModFix/>
          </a:blip>
          <a:stretch>
            <a:fillRect/>
          </a:stretch>
        </p:blipFill>
        <p:spPr>
          <a:xfrm>
            <a:off x="547275" y="1102175"/>
            <a:ext cx="5151016" cy="3419050"/>
          </a:xfrm>
          <a:prstGeom prst="rect">
            <a:avLst/>
          </a:prstGeom>
          <a:noFill/>
          <a:ln>
            <a:noFill/>
          </a:ln>
        </p:spPr>
      </p:pic>
      <p:sp>
        <p:nvSpPr>
          <p:cNvPr id="685" name="Google Shape;685;p78"/>
          <p:cNvSpPr txBox="1"/>
          <p:nvPr/>
        </p:nvSpPr>
        <p:spPr>
          <a:xfrm>
            <a:off x="5586450" y="1197225"/>
            <a:ext cx="3445800" cy="3140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1"/>
              </a:buClr>
              <a:buSzPts val="1600"/>
              <a:buFont typeface="Helvetica Neue"/>
              <a:buChar char="●"/>
            </a:pPr>
            <a:r>
              <a:rPr lang="en" sz="1600">
                <a:solidFill>
                  <a:schemeClr val="dk1"/>
                </a:solidFill>
                <a:latin typeface="Helvetica Neue"/>
                <a:ea typeface="Helvetica Neue"/>
                <a:cs typeface="Helvetica Neue"/>
                <a:sym typeface="Helvetica Neue"/>
              </a:rPr>
              <a:t>Capture general trends well, </a:t>
            </a:r>
            <a:endParaRPr sz="1600">
              <a:solidFill>
                <a:schemeClr val="dk1"/>
              </a:solidFill>
              <a:latin typeface="Helvetica Neue"/>
              <a:ea typeface="Helvetica Neue"/>
              <a:cs typeface="Helvetica Neue"/>
              <a:sym typeface="Helvetica Neue"/>
            </a:endParaRPr>
          </a:p>
          <a:p>
            <a:pPr marL="457200" lvl="0" indent="0" algn="l" rtl="0">
              <a:spcBef>
                <a:spcPts val="0"/>
              </a:spcBef>
              <a:spcAft>
                <a:spcPts val="0"/>
              </a:spcAft>
              <a:buNone/>
            </a:pPr>
            <a:r>
              <a:rPr lang="en" sz="1600">
                <a:solidFill>
                  <a:schemeClr val="dk1"/>
                </a:solidFill>
                <a:latin typeface="Helvetica Neue"/>
                <a:ea typeface="Helvetica Neue"/>
                <a:cs typeface="Helvetica Neue"/>
                <a:sym typeface="Helvetica Neue"/>
              </a:rPr>
              <a:t>but struggle with short term volatility</a:t>
            </a:r>
            <a:endParaRPr sz="1600">
              <a:solidFill>
                <a:schemeClr val="dk1"/>
              </a:solidFill>
              <a:latin typeface="Helvetica Neue"/>
              <a:ea typeface="Helvetica Neue"/>
              <a:cs typeface="Helvetica Neue"/>
              <a:sym typeface="Helvetica Neue"/>
            </a:endParaRPr>
          </a:p>
          <a:p>
            <a:pPr marL="45720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a:p>
            <a:pPr marL="457200" lvl="0" indent="-330200" algn="l" rtl="0">
              <a:spcBef>
                <a:spcPts val="0"/>
              </a:spcBef>
              <a:spcAft>
                <a:spcPts val="0"/>
              </a:spcAft>
              <a:buClr>
                <a:schemeClr val="dk1"/>
              </a:buClr>
              <a:buSzPts val="1600"/>
              <a:buFont typeface="Helvetica Neue"/>
              <a:buChar char="●"/>
            </a:pPr>
            <a:r>
              <a:rPr lang="en" sz="1600">
                <a:solidFill>
                  <a:schemeClr val="dk1"/>
                </a:solidFill>
                <a:latin typeface="Helvetica Neue"/>
                <a:ea typeface="Helvetica Neue"/>
                <a:cs typeface="Helvetica Neue"/>
                <a:sym typeface="Helvetica Neue"/>
              </a:rPr>
              <a:t>Gating mechanism prioritizes persistent patterns while filtering short-term fluctuations as noise</a:t>
            </a:r>
            <a:endParaRPr sz="1600">
              <a:solidFill>
                <a:schemeClr val="dk1"/>
              </a:solidFill>
              <a:latin typeface="Helvetica Neue"/>
              <a:ea typeface="Helvetica Neue"/>
              <a:cs typeface="Helvetica Neue"/>
              <a:sym typeface="Helvetica Neue"/>
            </a:endParaRPr>
          </a:p>
          <a:p>
            <a:pPr marL="45720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a:p>
            <a:pPr marL="457200" lvl="0" indent="-330200" algn="l" rtl="0">
              <a:spcBef>
                <a:spcPts val="0"/>
              </a:spcBef>
              <a:spcAft>
                <a:spcPts val="0"/>
              </a:spcAft>
              <a:buClr>
                <a:schemeClr val="dk1"/>
              </a:buClr>
              <a:buSzPts val="1600"/>
              <a:buFont typeface="Helvetica Neue"/>
              <a:buChar char="●"/>
            </a:pPr>
            <a:r>
              <a:rPr lang="en" sz="1600">
                <a:solidFill>
                  <a:schemeClr val="dk1"/>
                </a:solidFill>
                <a:latin typeface="Helvetica Neue"/>
                <a:ea typeface="Helvetica Neue"/>
                <a:cs typeface="Helvetica Neue"/>
                <a:sym typeface="Helvetica Neue"/>
              </a:rPr>
              <a:t>LSTMs average out past movements and miss sudden market shifts</a:t>
            </a:r>
            <a:endParaRPr sz="1600">
              <a:solidFill>
                <a:schemeClr val="dk1"/>
              </a:solidFill>
              <a:latin typeface="Helvetica Neue"/>
              <a:ea typeface="Helvetica Neue"/>
              <a:cs typeface="Helvetica Neue"/>
              <a:sym typeface="Helvetica Neue"/>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79"/>
          <p:cNvSpPr txBox="1">
            <a:spLocks noGrp="1"/>
          </p:cNvSpPr>
          <p:nvPr>
            <p:ph type="title"/>
          </p:nvPr>
        </p:nvSpPr>
        <p:spPr>
          <a:xfrm>
            <a:off x="628650" y="0"/>
            <a:ext cx="7886700" cy="984600"/>
          </a:xfrm>
          <a:prstGeom prst="rect">
            <a:avLst/>
          </a:prstGeom>
          <a:noFill/>
          <a:ln>
            <a:noFill/>
          </a:ln>
        </p:spPr>
        <p:txBody>
          <a:bodyPr spcFirstLastPara="1" wrap="square" lIns="0" tIns="34275" rIns="0" bIns="34275" anchor="ctr" anchorCtr="0">
            <a:noAutofit/>
          </a:bodyPr>
          <a:lstStyle/>
          <a:p>
            <a:pPr marL="0" lvl="0" indent="0" algn="l" rtl="0">
              <a:lnSpc>
                <a:spcPct val="90000"/>
              </a:lnSpc>
              <a:spcBef>
                <a:spcPts val="0"/>
              </a:spcBef>
              <a:spcAft>
                <a:spcPts val="0"/>
              </a:spcAft>
              <a:buClr>
                <a:srgbClr val="800000"/>
              </a:buClr>
              <a:buSzPts val="2700"/>
              <a:buFont typeface="Helvetica Neue"/>
              <a:buNone/>
            </a:pPr>
            <a:r>
              <a:rPr lang="en"/>
              <a:t>Potential Enhancements</a:t>
            </a:r>
            <a:endParaRPr/>
          </a:p>
        </p:txBody>
      </p:sp>
      <p:sp>
        <p:nvSpPr>
          <p:cNvPr id="691" name="Google Shape;691;p79"/>
          <p:cNvSpPr txBox="1">
            <a:spLocks noGrp="1"/>
          </p:cNvSpPr>
          <p:nvPr>
            <p:ph type="body" idx="1"/>
          </p:nvPr>
        </p:nvSpPr>
        <p:spPr>
          <a:xfrm>
            <a:off x="628650" y="984602"/>
            <a:ext cx="7886700" cy="3322200"/>
          </a:xfrm>
          <a:prstGeom prst="rect">
            <a:avLst/>
          </a:prstGeom>
          <a:noFill/>
          <a:ln>
            <a:noFill/>
          </a:ln>
        </p:spPr>
        <p:txBody>
          <a:bodyPr spcFirstLastPara="1" wrap="square" lIns="0" tIns="34275" rIns="0" bIns="34275" anchor="t" anchorCtr="0">
            <a:noAutofit/>
          </a:bodyPr>
          <a:lstStyle/>
          <a:p>
            <a:pPr marL="0" lvl="0" indent="0" algn="l" rtl="0">
              <a:lnSpc>
                <a:spcPct val="115000"/>
              </a:lnSpc>
              <a:spcBef>
                <a:spcPts val="1200"/>
              </a:spcBef>
              <a:spcAft>
                <a:spcPts val="0"/>
              </a:spcAft>
              <a:buNone/>
            </a:pPr>
            <a:endParaRPr sz="1200">
              <a:solidFill>
                <a:schemeClr val="dk1"/>
              </a:solidFill>
              <a:latin typeface="Arial"/>
              <a:ea typeface="Arial"/>
              <a:cs typeface="Arial"/>
              <a:sym typeface="Arial"/>
            </a:endParaRPr>
          </a:p>
          <a:p>
            <a:pPr marL="457200" lvl="0" indent="-330200" algn="l" rtl="0">
              <a:lnSpc>
                <a:spcPct val="115000"/>
              </a:lnSpc>
              <a:spcBef>
                <a:spcPts val="1200"/>
              </a:spcBef>
              <a:spcAft>
                <a:spcPts val="0"/>
              </a:spcAft>
              <a:buClr>
                <a:schemeClr val="dk1"/>
              </a:buClr>
              <a:buSzPts val="1600"/>
              <a:buChar char="•"/>
            </a:pPr>
            <a:r>
              <a:rPr lang="en" sz="1600" b="1">
                <a:solidFill>
                  <a:schemeClr val="dk1"/>
                </a:solidFill>
                <a:latin typeface="Arial"/>
                <a:ea typeface="Arial"/>
                <a:cs typeface="Arial"/>
                <a:sym typeface="Arial"/>
              </a:rPr>
              <a:t>Hybrid Models:</a:t>
            </a:r>
            <a:r>
              <a:rPr lang="en" sz="1600">
                <a:solidFill>
                  <a:schemeClr val="dk1"/>
                </a:solidFill>
                <a:latin typeface="Arial"/>
                <a:ea typeface="Arial"/>
                <a:cs typeface="Arial"/>
                <a:sym typeface="Arial"/>
              </a:rPr>
              <a:t> Integrating LSTMs with </a:t>
            </a:r>
            <a:r>
              <a:rPr lang="en" sz="1600" b="1">
                <a:solidFill>
                  <a:schemeClr val="dk1"/>
                </a:solidFill>
                <a:latin typeface="Arial"/>
                <a:ea typeface="Arial"/>
                <a:cs typeface="Arial"/>
                <a:sym typeface="Arial"/>
              </a:rPr>
              <a:t>Transformer-based models</a:t>
            </a:r>
            <a:r>
              <a:rPr lang="en" sz="1600">
                <a:solidFill>
                  <a:schemeClr val="dk1"/>
                </a:solidFill>
                <a:latin typeface="Arial"/>
                <a:ea typeface="Arial"/>
                <a:cs typeface="Arial"/>
                <a:sym typeface="Arial"/>
              </a:rPr>
              <a:t>, which leverage attention mechanisms capture short-term fluctuations more effectively.</a:t>
            </a:r>
            <a:endParaRPr sz="1600">
              <a:solidFill>
                <a:schemeClr val="dk1"/>
              </a:solidFill>
              <a:latin typeface="Arial"/>
              <a:ea typeface="Arial"/>
              <a:cs typeface="Arial"/>
              <a:sym typeface="Arial"/>
            </a:endParaRPr>
          </a:p>
          <a:p>
            <a:pPr marL="457200" lvl="0" indent="0" algn="l" rtl="0">
              <a:lnSpc>
                <a:spcPct val="115000"/>
              </a:lnSpc>
              <a:spcBef>
                <a:spcPts val="1200"/>
              </a:spcBef>
              <a:spcAft>
                <a:spcPts val="0"/>
              </a:spcAft>
              <a:buNone/>
            </a:pPr>
            <a:r>
              <a:rPr lang="en"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a:p>
            <a:pPr marL="457200" lvl="0" indent="-330200" algn="l" rtl="0">
              <a:lnSpc>
                <a:spcPct val="115000"/>
              </a:lnSpc>
              <a:spcBef>
                <a:spcPts val="1200"/>
              </a:spcBef>
              <a:spcAft>
                <a:spcPts val="0"/>
              </a:spcAft>
              <a:buClr>
                <a:schemeClr val="dk1"/>
              </a:buClr>
              <a:buSzPts val="1600"/>
              <a:buChar char="•"/>
            </a:pPr>
            <a:r>
              <a:rPr lang="en" sz="1600" b="1">
                <a:solidFill>
                  <a:schemeClr val="dk1"/>
                </a:solidFill>
                <a:latin typeface="Arial"/>
                <a:ea typeface="Arial"/>
                <a:cs typeface="Arial"/>
                <a:sym typeface="Arial"/>
              </a:rPr>
              <a:t>Feature Expansion:</a:t>
            </a:r>
            <a:r>
              <a:rPr lang="en" sz="1600">
                <a:solidFill>
                  <a:schemeClr val="dk1"/>
                </a:solidFill>
                <a:latin typeface="Arial"/>
                <a:ea typeface="Arial"/>
                <a:cs typeface="Arial"/>
                <a:sym typeface="Arial"/>
              </a:rPr>
              <a:t> Including </a:t>
            </a:r>
            <a:r>
              <a:rPr lang="en" sz="1600" b="1">
                <a:solidFill>
                  <a:schemeClr val="dk1"/>
                </a:solidFill>
                <a:latin typeface="Arial"/>
                <a:ea typeface="Arial"/>
                <a:cs typeface="Arial"/>
                <a:sym typeface="Arial"/>
              </a:rPr>
              <a:t>macroeconomic indicators, sentiment analysis</a:t>
            </a:r>
            <a:r>
              <a:rPr lang="en" sz="1600">
                <a:solidFill>
                  <a:schemeClr val="dk1"/>
                </a:solidFill>
                <a:latin typeface="Arial"/>
                <a:ea typeface="Arial"/>
                <a:cs typeface="Arial"/>
                <a:sym typeface="Arial"/>
              </a:rPr>
              <a:t> to provide the model with additional context.</a:t>
            </a:r>
            <a:endParaRPr sz="1600">
              <a:solidFill>
                <a:schemeClr val="dk1"/>
              </a:solidFill>
              <a:latin typeface="Arial"/>
              <a:ea typeface="Arial"/>
              <a:cs typeface="Arial"/>
              <a:sym typeface="Arial"/>
            </a:endParaRPr>
          </a:p>
          <a:p>
            <a:pPr marL="457200" lvl="0" indent="0" algn="l" rtl="0">
              <a:lnSpc>
                <a:spcPct val="115000"/>
              </a:lnSpc>
              <a:spcBef>
                <a:spcPts val="1200"/>
              </a:spcBef>
              <a:spcAft>
                <a:spcPts val="0"/>
              </a:spcAft>
              <a:buNone/>
            </a:pPr>
            <a:endParaRPr sz="1600">
              <a:solidFill>
                <a:schemeClr val="dk1"/>
              </a:solidFill>
              <a:latin typeface="Arial"/>
              <a:ea typeface="Arial"/>
              <a:cs typeface="Arial"/>
              <a:sym typeface="Arial"/>
            </a:endParaRPr>
          </a:p>
          <a:p>
            <a:pPr marL="457200" lvl="0" indent="-330200" algn="l" rtl="0">
              <a:lnSpc>
                <a:spcPct val="115000"/>
              </a:lnSpc>
              <a:spcBef>
                <a:spcPts val="1200"/>
              </a:spcBef>
              <a:spcAft>
                <a:spcPts val="0"/>
              </a:spcAft>
              <a:buClr>
                <a:schemeClr val="dk1"/>
              </a:buClr>
              <a:buSzPts val="1600"/>
              <a:buChar char="•"/>
            </a:pPr>
            <a:r>
              <a:rPr lang="en" sz="1600" b="1">
                <a:solidFill>
                  <a:schemeClr val="dk1"/>
                </a:solidFill>
                <a:latin typeface="Arial"/>
                <a:ea typeface="Arial"/>
                <a:cs typeface="Arial"/>
                <a:sym typeface="Arial"/>
              </a:rPr>
              <a:t>Ensemble Methods:</a:t>
            </a:r>
            <a:r>
              <a:rPr lang="en" sz="1600">
                <a:solidFill>
                  <a:schemeClr val="dk1"/>
                </a:solidFill>
                <a:latin typeface="Arial"/>
                <a:ea typeface="Arial"/>
                <a:cs typeface="Arial"/>
                <a:sym typeface="Arial"/>
              </a:rPr>
              <a:t> Combining LSTMs with </a:t>
            </a:r>
            <a:r>
              <a:rPr lang="en" sz="1600" b="1">
                <a:solidFill>
                  <a:schemeClr val="dk1"/>
                </a:solidFill>
                <a:latin typeface="Arial"/>
                <a:ea typeface="Arial"/>
                <a:cs typeface="Arial"/>
                <a:sym typeface="Arial"/>
              </a:rPr>
              <a:t>ensemble methods</a:t>
            </a:r>
            <a:r>
              <a:rPr lang="en" sz="1600">
                <a:solidFill>
                  <a:schemeClr val="dk1"/>
                </a:solidFill>
                <a:latin typeface="Arial"/>
                <a:ea typeface="Arial"/>
                <a:cs typeface="Arial"/>
                <a:sym typeface="Arial"/>
              </a:rPr>
              <a:t>, such as XGBoost or ARIMA to improve accuracy.</a:t>
            </a:r>
            <a:endParaRPr sz="1600">
              <a:solidFill>
                <a:schemeClr val="dk1"/>
              </a:solidFill>
              <a:latin typeface="Arial"/>
              <a:ea typeface="Arial"/>
              <a:cs typeface="Arial"/>
              <a:sym typeface="Arial"/>
            </a:endParaRPr>
          </a:p>
          <a:p>
            <a:pPr marL="0" lvl="0" indent="0" algn="l" rtl="0">
              <a:lnSpc>
                <a:spcPct val="115000"/>
              </a:lnSpc>
              <a:spcBef>
                <a:spcPts val="1200"/>
              </a:spcBef>
              <a:spcAft>
                <a:spcPts val="0"/>
              </a:spcAft>
              <a:buNone/>
            </a:pPr>
            <a:endParaRPr sz="1600">
              <a:solidFill>
                <a:schemeClr val="dk1"/>
              </a:solidFill>
              <a:latin typeface="Arial"/>
              <a:ea typeface="Arial"/>
              <a:cs typeface="Arial"/>
              <a:sym typeface="Arial"/>
            </a:endParaRPr>
          </a:p>
          <a:p>
            <a:pPr marL="177800" lvl="0" indent="-63500" algn="l" rtl="0">
              <a:lnSpc>
                <a:spcPct val="90000"/>
              </a:lnSpc>
              <a:spcBef>
                <a:spcPts val="1200"/>
              </a:spcBef>
              <a:spcAft>
                <a:spcPts val="0"/>
              </a:spcAft>
              <a:buSzPts val="1800"/>
              <a:buNone/>
            </a:pPr>
            <a:endParaRPr/>
          </a:p>
        </p:txBody>
      </p:sp>
      <p:sp>
        <p:nvSpPr>
          <p:cNvPr id="692" name="Google Shape;692;p79"/>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80"/>
          <p:cNvSpPr txBox="1">
            <a:spLocks noGrp="1"/>
          </p:cNvSpPr>
          <p:nvPr>
            <p:ph type="body" idx="1"/>
          </p:nvPr>
        </p:nvSpPr>
        <p:spPr>
          <a:xfrm>
            <a:off x="623888" y="3726424"/>
            <a:ext cx="7886700" cy="694133"/>
          </a:xfrm>
          <a:prstGeom prst="rect">
            <a:avLst/>
          </a:prstGeom>
          <a:noFill/>
          <a:ln>
            <a:noFill/>
          </a:ln>
        </p:spPr>
        <p:txBody>
          <a:bodyPr spcFirstLastPara="1" wrap="square" lIns="0" tIns="34275" rIns="0" bIns="34275" anchor="t" anchorCtr="0">
            <a:normAutofit/>
          </a:bodyPr>
          <a:lstStyle/>
          <a:p>
            <a:pPr marL="0" lvl="0" indent="0" algn="l" rtl="0">
              <a:lnSpc>
                <a:spcPct val="90000"/>
              </a:lnSpc>
              <a:spcBef>
                <a:spcPts val="0"/>
              </a:spcBef>
              <a:spcAft>
                <a:spcPts val="0"/>
              </a:spcAft>
              <a:buSzPts val="2400"/>
              <a:buNone/>
            </a:pPr>
            <a:r>
              <a:rPr lang="en" sz="2400">
                <a:solidFill>
                  <a:srgbClr val="800000"/>
                </a:solidFill>
                <a:latin typeface="Helvetica Neue"/>
                <a:ea typeface="Helvetica Neue"/>
                <a:cs typeface="Helvetica Neue"/>
                <a:sym typeface="Helvetica Neue"/>
              </a:rPr>
              <a:t>Question?</a:t>
            </a:r>
            <a:endParaRPr sz="2400">
              <a:latin typeface="Helvetica Neue"/>
              <a:ea typeface="Helvetica Neue"/>
              <a:cs typeface="Helvetica Neue"/>
              <a:sym typeface="Helvetica Neue"/>
            </a:endParaRPr>
          </a:p>
        </p:txBody>
      </p:sp>
      <p:sp>
        <p:nvSpPr>
          <p:cNvPr id="698" name="Google Shape;698;p80"/>
          <p:cNvSpPr txBox="1">
            <a:spLocks noGrp="1"/>
          </p:cNvSpPr>
          <p:nvPr>
            <p:ph type="title"/>
          </p:nvPr>
        </p:nvSpPr>
        <p:spPr>
          <a:xfrm>
            <a:off x="623888" y="1329520"/>
            <a:ext cx="7886700" cy="1936396"/>
          </a:xfrm>
          <a:prstGeom prst="rect">
            <a:avLst/>
          </a:prstGeom>
          <a:noFill/>
          <a:ln>
            <a:noFill/>
          </a:ln>
        </p:spPr>
        <p:txBody>
          <a:bodyPr spcFirstLastPara="1" wrap="square" lIns="0" tIns="34275" rIns="0" bIns="34275" anchor="b" anchorCtr="0">
            <a:normAutofit/>
          </a:bodyPr>
          <a:lstStyle/>
          <a:p>
            <a:pPr marL="0" lvl="0" indent="0" algn="l" rtl="0">
              <a:lnSpc>
                <a:spcPct val="90000"/>
              </a:lnSpc>
              <a:spcBef>
                <a:spcPts val="0"/>
              </a:spcBef>
              <a:spcAft>
                <a:spcPts val="0"/>
              </a:spcAft>
              <a:buClr>
                <a:srgbClr val="800000"/>
              </a:buClr>
              <a:buSzPts val="4100"/>
              <a:buFont typeface="Helvetica Neue"/>
              <a:buNone/>
            </a:pPr>
            <a:r>
              <a:rPr lang="en" sz="4100">
                <a:latin typeface="Helvetica Neue"/>
                <a:ea typeface="Helvetica Neue"/>
                <a:cs typeface="Helvetica Neue"/>
                <a:sym typeface="Helvetica Neue"/>
              </a:rPr>
              <a:t>Thank You</a:t>
            </a:r>
            <a:endParaRPr sz="4100"/>
          </a:p>
        </p:txBody>
      </p:sp>
      <p:sp>
        <p:nvSpPr>
          <p:cNvPr id="699" name="Google Shape;699;p80"/>
          <p:cNvSpPr txBox="1">
            <a:spLocks noGrp="1"/>
          </p:cNvSpPr>
          <p:nvPr>
            <p:ph type="sldNum" idx="12"/>
          </p:nvPr>
        </p:nvSpPr>
        <p:spPr>
          <a:xfrm>
            <a:off x="6457951" y="4844349"/>
            <a:ext cx="257429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44</a:t>
            </a:fld>
            <a:endParaRPr/>
          </a:p>
        </p:txBody>
      </p:sp>
      <p:pic>
        <p:nvPicPr>
          <p:cNvPr id="700" name="Google Shape;700;p80" descr="텍스트, 스크린샷, 폰트, 레드이(가) 표시된 사진&#10;&#10;자동 생성된 설명"/>
          <p:cNvPicPr preferRelativeResize="0"/>
          <p:nvPr/>
        </p:nvPicPr>
        <p:blipFill rotWithShape="1">
          <a:blip r:embed="rId3">
            <a:alphaModFix/>
          </a:blip>
          <a:srcRect/>
          <a:stretch/>
        </p:blipFill>
        <p:spPr>
          <a:xfrm>
            <a:off x="0" y="4645072"/>
            <a:ext cx="9144000" cy="500063"/>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Chicago">
  <a:themeElements>
    <a:clrScheme name="Custom 3">
      <a:dk1>
        <a:srgbClr val="000000"/>
      </a:dk1>
      <a:lt1>
        <a:srgbClr val="FFFFFF"/>
      </a:lt1>
      <a:dk2>
        <a:srgbClr val="737373"/>
      </a:dk2>
      <a:lt2>
        <a:srgbClr val="D9D9D9"/>
      </a:lt2>
      <a:accent1>
        <a:srgbClr val="800000"/>
      </a:accent1>
      <a:accent2>
        <a:srgbClr val="D9D9D9"/>
      </a:accent2>
      <a:accent3>
        <a:srgbClr val="A6A6A6"/>
      </a:accent3>
      <a:accent4>
        <a:srgbClr val="EAAA00"/>
      </a:accent4>
      <a:accent5>
        <a:srgbClr val="B36955"/>
      </a:accent5>
      <a:accent6>
        <a:srgbClr val="002A3A"/>
      </a:accent6>
      <a:hlink>
        <a:srgbClr val="800000"/>
      </a:hlink>
      <a:folHlink>
        <a:srgbClr val="7373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TotalTime>
  <Words>3080</Words>
  <Application>Microsoft Office PowerPoint</Application>
  <PresentationFormat>On-screen Show (16:9)</PresentationFormat>
  <Paragraphs>374</Paragraphs>
  <Slides>44</Slides>
  <Notes>44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44</vt:i4>
      </vt:variant>
    </vt:vector>
  </HeadingPairs>
  <TitlesOfParts>
    <vt:vector size="51" baseType="lpstr">
      <vt:lpstr>Helvetica Neue</vt:lpstr>
      <vt:lpstr>Arial</vt:lpstr>
      <vt:lpstr>Garamond</vt:lpstr>
      <vt:lpstr>Calibri</vt:lpstr>
      <vt:lpstr>Roboto Mono</vt:lpstr>
      <vt:lpstr>Simple Light</vt:lpstr>
      <vt:lpstr>UChicago</vt:lpstr>
      <vt:lpstr>PowerPoint Presentation</vt:lpstr>
      <vt:lpstr>Agenda</vt:lpstr>
      <vt:lpstr>Business Problem &amp; Objectives</vt:lpstr>
      <vt:lpstr>Data properties (stationarity, correlations, data distribution) and Exploratory data analysis</vt:lpstr>
      <vt:lpstr>Data processing (anomaly detection, cleansing and imputations) and transformations </vt:lpstr>
      <vt:lpstr>Feature engineering </vt:lpstr>
      <vt:lpstr>Exponential Smoothing with a Recursive Sliding Window</vt:lpstr>
      <vt:lpstr>Exponential Smoothing with a Recursive Sliding Window</vt:lpstr>
      <vt:lpstr>PowerPoint Presentation</vt:lpstr>
      <vt:lpstr>Exponential Smoothing with a Recursive Sliding Window</vt:lpstr>
      <vt:lpstr>Exponential Smoothing with a Recursive Sliding Window</vt:lpstr>
      <vt:lpstr>Exponential Smoothing with a Recursive Sliding Window</vt:lpstr>
      <vt:lpstr>Exponential Smoothing with a Recursive Sliding Window</vt:lpstr>
      <vt:lpstr>ARIMA &amp; SARIMA</vt:lpstr>
      <vt:lpstr>ARIMA &amp; SARIMA</vt:lpstr>
      <vt:lpstr>ARIMA &amp; SARIMA </vt:lpstr>
      <vt:lpstr>ARIMA &amp; SARIMA</vt:lpstr>
      <vt:lpstr>ARIMA &amp; SARIMA</vt:lpstr>
      <vt:lpstr>ARIMA &amp; SARIMA</vt:lpstr>
      <vt:lpstr>ARIMA &amp; SARIMA</vt:lpstr>
      <vt:lpstr>ARIMA &amp; SARIMA</vt:lpstr>
      <vt:lpstr>ARCH/GARCH</vt:lpstr>
      <vt:lpstr>ARCH/GARCH</vt:lpstr>
      <vt:lpstr>ARCH/GARCH</vt:lpstr>
      <vt:lpstr>ARCH/GARCH</vt:lpstr>
      <vt:lpstr>ARCH/GARCH</vt:lpstr>
      <vt:lpstr>ARCH/GARCH</vt:lpstr>
      <vt:lpstr>ARCH/GARCH</vt:lpstr>
      <vt:lpstr>ARCH/GARCH</vt:lpstr>
      <vt:lpstr>ARCH/GARCH</vt:lpstr>
      <vt:lpstr>XGBOOST by GenAI</vt:lpstr>
      <vt:lpstr>XGBOOST by GenAI</vt:lpstr>
      <vt:lpstr>XGBOOST by GenAI</vt:lpstr>
      <vt:lpstr>XGBOOST by GenAI</vt:lpstr>
      <vt:lpstr>XGBOOST by GenAI</vt:lpstr>
      <vt:lpstr>XGBOOST by GenAI</vt:lpstr>
      <vt:lpstr>XGBOOST by GenAI</vt:lpstr>
      <vt:lpstr>XGBOOST by GenAI</vt:lpstr>
      <vt:lpstr>LSTM - Mechanism</vt:lpstr>
      <vt:lpstr>LSTM - Tuning</vt:lpstr>
      <vt:lpstr>Evaluation</vt:lpstr>
      <vt:lpstr>Trends</vt:lpstr>
      <vt:lpstr>Potential Enhancements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Liang Gong</cp:lastModifiedBy>
  <cp:revision>2</cp:revision>
  <dcterms:modified xsi:type="dcterms:W3CDTF">2025-03-12T01:48:53Z</dcterms:modified>
</cp:coreProperties>
</file>